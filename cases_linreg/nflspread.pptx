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ports\NFL2007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ports\NFL2007.xls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ports\NFL2007.xls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ports\NFL2007.xls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winner\Desktop\normprob.xls" TargetMode="External"/><Relationship Id="rId1" Type="http://schemas.openxmlformats.org/officeDocument/2006/relationships/themeOverride" Target="../theme/themeOverrid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Actual Difference (Y) vs Opening Spread (X) Home-Away</a:t>
            </a:r>
          </a:p>
        </c:rich>
      </c:tx>
      <c:layout>
        <c:manualLayout>
          <c:xMode val="edge"/>
          <c:yMode val="edge"/>
          <c:x val="0.14366278124342483"/>
          <c:y val="4.3554619378924856E-3"/>
        </c:manualLayout>
      </c:layout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Sheet2!$R$1</c:f>
              <c:strCache>
                <c:ptCount val="1"/>
                <c:pt idx="0">
                  <c:v>Final (AT-HT)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2060"/>
              </a:solidFill>
            </c:spPr>
          </c:marker>
          <c:xVal>
            <c:numRef>
              <c:f>Sheet2!$Q$2:$Q$257</c:f>
              <c:numCache>
                <c:formatCode>General</c:formatCode>
                <c:ptCount val="256"/>
                <c:pt idx="0">
                  <c:v>-6.5</c:v>
                </c:pt>
                <c:pt idx="1">
                  <c:v>-2.5</c:v>
                </c:pt>
                <c:pt idx="2">
                  <c:v>-1</c:v>
                </c:pt>
                <c:pt idx="3">
                  <c:v>3.5</c:v>
                </c:pt>
                <c:pt idx="4">
                  <c:v>-3</c:v>
                </c:pt>
                <c:pt idx="5">
                  <c:v>-2.5</c:v>
                </c:pt>
                <c:pt idx="6">
                  <c:v>7</c:v>
                </c:pt>
                <c:pt idx="7">
                  <c:v>2.5</c:v>
                </c:pt>
                <c:pt idx="8">
                  <c:v>4.5</c:v>
                </c:pt>
                <c:pt idx="9">
                  <c:v>-7</c:v>
                </c:pt>
                <c:pt idx="10">
                  <c:v>-5.5</c:v>
                </c:pt>
                <c:pt idx="11">
                  <c:v>-1.5</c:v>
                </c:pt>
                <c:pt idx="12">
                  <c:v>-6</c:v>
                </c:pt>
                <c:pt idx="13">
                  <c:v>-5.5</c:v>
                </c:pt>
                <c:pt idx="14">
                  <c:v>-2.5</c:v>
                </c:pt>
                <c:pt idx="15">
                  <c:v>-3.5</c:v>
                </c:pt>
                <c:pt idx="16">
                  <c:v>-11</c:v>
                </c:pt>
                <c:pt idx="17">
                  <c:v>-9.5</c:v>
                </c:pt>
                <c:pt idx="18">
                  <c:v>7</c:v>
                </c:pt>
                <c:pt idx="19">
                  <c:v>-2</c:v>
                </c:pt>
                <c:pt idx="20">
                  <c:v>-7</c:v>
                </c:pt>
                <c:pt idx="21">
                  <c:v>8</c:v>
                </c:pt>
                <c:pt idx="22">
                  <c:v>3</c:v>
                </c:pt>
                <c:pt idx="23">
                  <c:v>-3</c:v>
                </c:pt>
                <c:pt idx="24">
                  <c:v>3</c:v>
                </c:pt>
                <c:pt idx="25">
                  <c:v>-3</c:v>
                </c:pt>
                <c:pt idx="26">
                  <c:v>2.5</c:v>
                </c:pt>
                <c:pt idx="27">
                  <c:v>-13</c:v>
                </c:pt>
                <c:pt idx="28">
                  <c:v>-11</c:v>
                </c:pt>
                <c:pt idx="29">
                  <c:v>-10</c:v>
                </c:pt>
                <c:pt idx="30">
                  <c:v>-4</c:v>
                </c:pt>
                <c:pt idx="31">
                  <c:v>-7</c:v>
                </c:pt>
                <c:pt idx="32">
                  <c:v>-7.5</c:v>
                </c:pt>
                <c:pt idx="33">
                  <c:v>-15</c:v>
                </c:pt>
                <c:pt idx="34">
                  <c:v>-6.5</c:v>
                </c:pt>
                <c:pt idx="35">
                  <c:v>5</c:v>
                </c:pt>
                <c:pt idx="36">
                  <c:v>-3</c:v>
                </c:pt>
                <c:pt idx="37">
                  <c:v>-2.5</c:v>
                </c:pt>
                <c:pt idx="38">
                  <c:v>3.5</c:v>
                </c:pt>
                <c:pt idx="39">
                  <c:v>-9</c:v>
                </c:pt>
                <c:pt idx="40">
                  <c:v>-4</c:v>
                </c:pt>
                <c:pt idx="41">
                  <c:v>-3</c:v>
                </c:pt>
                <c:pt idx="42">
                  <c:v>-3</c:v>
                </c:pt>
                <c:pt idx="43">
                  <c:v>-3</c:v>
                </c:pt>
                <c:pt idx="44">
                  <c:v>4</c:v>
                </c:pt>
                <c:pt idx="45">
                  <c:v>-4</c:v>
                </c:pt>
                <c:pt idx="46">
                  <c:v>-3</c:v>
                </c:pt>
                <c:pt idx="47">
                  <c:v>-5</c:v>
                </c:pt>
                <c:pt idx="48">
                  <c:v>4.5</c:v>
                </c:pt>
                <c:pt idx="49">
                  <c:v>2.5</c:v>
                </c:pt>
                <c:pt idx="50">
                  <c:v>0</c:v>
                </c:pt>
                <c:pt idx="51">
                  <c:v>2.5</c:v>
                </c:pt>
                <c:pt idx="52">
                  <c:v>3</c:v>
                </c:pt>
                <c:pt idx="53">
                  <c:v>-4</c:v>
                </c:pt>
                <c:pt idx="54">
                  <c:v>-12</c:v>
                </c:pt>
                <c:pt idx="55">
                  <c:v>0</c:v>
                </c:pt>
                <c:pt idx="56">
                  <c:v>-3.5</c:v>
                </c:pt>
                <c:pt idx="57">
                  <c:v>-10</c:v>
                </c:pt>
                <c:pt idx="58">
                  <c:v>-14</c:v>
                </c:pt>
                <c:pt idx="59">
                  <c:v>4.5</c:v>
                </c:pt>
                <c:pt idx="60">
                  <c:v>2.5</c:v>
                </c:pt>
                <c:pt idx="61">
                  <c:v>7</c:v>
                </c:pt>
                <c:pt idx="62">
                  <c:v>3.5</c:v>
                </c:pt>
                <c:pt idx="63">
                  <c:v>-8</c:v>
                </c:pt>
                <c:pt idx="64">
                  <c:v>-3</c:v>
                </c:pt>
                <c:pt idx="65">
                  <c:v>-17</c:v>
                </c:pt>
                <c:pt idx="66">
                  <c:v>-3.5</c:v>
                </c:pt>
                <c:pt idx="67">
                  <c:v>2.5</c:v>
                </c:pt>
                <c:pt idx="68">
                  <c:v>-5.5</c:v>
                </c:pt>
                <c:pt idx="69">
                  <c:v>-3</c:v>
                </c:pt>
                <c:pt idx="70">
                  <c:v>-6</c:v>
                </c:pt>
                <c:pt idx="71">
                  <c:v>-10</c:v>
                </c:pt>
                <c:pt idx="72">
                  <c:v>3</c:v>
                </c:pt>
                <c:pt idx="73">
                  <c:v>0</c:v>
                </c:pt>
                <c:pt idx="74">
                  <c:v>-3.5</c:v>
                </c:pt>
                <c:pt idx="75">
                  <c:v>10</c:v>
                </c:pt>
                <c:pt idx="76">
                  <c:v>3</c:v>
                </c:pt>
                <c:pt idx="77">
                  <c:v>-7</c:v>
                </c:pt>
                <c:pt idx="78">
                  <c:v>-5</c:v>
                </c:pt>
                <c:pt idx="79">
                  <c:v>-6</c:v>
                </c:pt>
                <c:pt idx="80">
                  <c:v>3</c:v>
                </c:pt>
                <c:pt idx="81">
                  <c:v>-10</c:v>
                </c:pt>
                <c:pt idx="82">
                  <c:v>-3</c:v>
                </c:pt>
                <c:pt idx="83">
                  <c:v>-3</c:v>
                </c:pt>
                <c:pt idx="84">
                  <c:v>-3.5</c:v>
                </c:pt>
                <c:pt idx="85">
                  <c:v>4</c:v>
                </c:pt>
                <c:pt idx="86">
                  <c:v>-10.5</c:v>
                </c:pt>
                <c:pt idx="87">
                  <c:v>-7</c:v>
                </c:pt>
                <c:pt idx="88">
                  <c:v>3.5</c:v>
                </c:pt>
                <c:pt idx="89">
                  <c:v>-6</c:v>
                </c:pt>
                <c:pt idx="90">
                  <c:v>-9</c:v>
                </c:pt>
                <c:pt idx="91">
                  <c:v>3</c:v>
                </c:pt>
                <c:pt idx="92">
                  <c:v>-9.5</c:v>
                </c:pt>
                <c:pt idx="93">
                  <c:v>15</c:v>
                </c:pt>
                <c:pt idx="94">
                  <c:v>-9.5</c:v>
                </c:pt>
                <c:pt idx="95">
                  <c:v>-2</c:v>
                </c:pt>
                <c:pt idx="96">
                  <c:v>1</c:v>
                </c:pt>
                <c:pt idx="97">
                  <c:v>-3</c:v>
                </c:pt>
                <c:pt idx="98">
                  <c:v>-6</c:v>
                </c:pt>
                <c:pt idx="99">
                  <c:v>-5.5</c:v>
                </c:pt>
                <c:pt idx="100">
                  <c:v>-9</c:v>
                </c:pt>
                <c:pt idx="101">
                  <c:v>3.5</c:v>
                </c:pt>
                <c:pt idx="102">
                  <c:v>3</c:v>
                </c:pt>
                <c:pt idx="103">
                  <c:v>3</c:v>
                </c:pt>
                <c:pt idx="104">
                  <c:v>-5</c:v>
                </c:pt>
                <c:pt idx="105">
                  <c:v>6</c:v>
                </c:pt>
                <c:pt idx="106">
                  <c:v>9.5</c:v>
                </c:pt>
                <c:pt idx="107">
                  <c:v>-7</c:v>
                </c:pt>
                <c:pt idx="108">
                  <c:v>0</c:v>
                </c:pt>
                <c:pt idx="109">
                  <c:v>3</c:v>
                </c:pt>
                <c:pt idx="110">
                  <c:v>-3</c:v>
                </c:pt>
                <c:pt idx="111">
                  <c:v>-11.5</c:v>
                </c:pt>
                <c:pt idx="112">
                  <c:v>-5</c:v>
                </c:pt>
                <c:pt idx="113">
                  <c:v>3</c:v>
                </c:pt>
                <c:pt idx="114">
                  <c:v>-16.5</c:v>
                </c:pt>
                <c:pt idx="115">
                  <c:v>-3</c:v>
                </c:pt>
                <c:pt idx="116">
                  <c:v>-3.5</c:v>
                </c:pt>
                <c:pt idx="117">
                  <c:v>-4.5</c:v>
                </c:pt>
                <c:pt idx="118">
                  <c:v>-2</c:v>
                </c:pt>
                <c:pt idx="119">
                  <c:v>-3</c:v>
                </c:pt>
                <c:pt idx="120">
                  <c:v>-2.5</c:v>
                </c:pt>
                <c:pt idx="121">
                  <c:v>-3.5</c:v>
                </c:pt>
                <c:pt idx="122">
                  <c:v>8</c:v>
                </c:pt>
                <c:pt idx="123">
                  <c:v>-3</c:v>
                </c:pt>
                <c:pt idx="124">
                  <c:v>3.5</c:v>
                </c:pt>
                <c:pt idx="125">
                  <c:v>0</c:v>
                </c:pt>
                <c:pt idx="126">
                  <c:v>-3</c:v>
                </c:pt>
                <c:pt idx="127">
                  <c:v>3</c:v>
                </c:pt>
                <c:pt idx="128">
                  <c:v>3</c:v>
                </c:pt>
                <c:pt idx="129">
                  <c:v>-7.5</c:v>
                </c:pt>
                <c:pt idx="130">
                  <c:v>-4.5</c:v>
                </c:pt>
                <c:pt idx="131">
                  <c:v>3</c:v>
                </c:pt>
                <c:pt idx="132">
                  <c:v>-10.5</c:v>
                </c:pt>
                <c:pt idx="133">
                  <c:v>-4</c:v>
                </c:pt>
                <c:pt idx="134">
                  <c:v>-4.5</c:v>
                </c:pt>
                <c:pt idx="135">
                  <c:v>-6.5</c:v>
                </c:pt>
                <c:pt idx="136">
                  <c:v>-3</c:v>
                </c:pt>
                <c:pt idx="137">
                  <c:v>-12</c:v>
                </c:pt>
                <c:pt idx="138">
                  <c:v>-4.5</c:v>
                </c:pt>
                <c:pt idx="139">
                  <c:v>3</c:v>
                </c:pt>
                <c:pt idx="140">
                  <c:v>0</c:v>
                </c:pt>
                <c:pt idx="141">
                  <c:v>0</c:v>
                </c:pt>
                <c:pt idx="142">
                  <c:v>3</c:v>
                </c:pt>
                <c:pt idx="143">
                  <c:v>-10</c:v>
                </c:pt>
                <c:pt idx="144">
                  <c:v>-3</c:v>
                </c:pt>
                <c:pt idx="145">
                  <c:v>-10</c:v>
                </c:pt>
                <c:pt idx="146">
                  <c:v>2.5</c:v>
                </c:pt>
                <c:pt idx="147">
                  <c:v>-14.5</c:v>
                </c:pt>
                <c:pt idx="148">
                  <c:v>-11</c:v>
                </c:pt>
                <c:pt idx="149">
                  <c:v>16</c:v>
                </c:pt>
                <c:pt idx="150">
                  <c:v>2</c:v>
                </c:pt>
                <c:pt idx="151">
                  <c:v>-6</c:v>
                </c:pt>
                <c:pt idx="152">
                  <c:v>9</c:v>
                </c:pt>
                <c:pt idx="153">
                  <c:v>-3</c:v>
                </c:pt>
                <c:pt idx="154">
                  <c:v>3</c:v>
                </c:pt>
                <c:pt idx="155">
                  <c:v>-11.5</c:v>
                </c:pt>
                <c:pt idx="156">
                  <c:v>0</c:v>
                </c:pt>
                <c:pt idx="157">
                  <c:v>2.5</c:v>
                </c:pt>
                <c:pt idx="158">
                  <c:v>-5.5</c:v>
                </c:pt>
                <c:pt idx="159">
                  <c:v>-3</c:v>
                </c:pt>
                <c:pt idx="160">
                  <c:v>3.5</c:v>
                </c:pt>
                <c:pt idx="161">
                  <c:v>-13.5</c:v>
                </c:pt>
                <c:pt idx="162">
                  <c:v>11.5</c:v>
                </c:pt>
                <c:pt idx="163">
                  <c:v>-7.5</c:v>
                </c:pt>
                <c:pt idx="164">
                  <c:v>-2</c:v>
                </c:pt>
                <c:pt idx="165">
                  <c:v>-4</c:v>
                </c:pt>
                <c:pt idx="166">
                  <c:v>-7.5</c:v>
                </c:pt>
                <c:pt idx="167">
                  <c:v>3</c:v>
                </c:pt>
                <c:pt idx="168">
                  <c:v>-6</c:v>
                </c:pt>
                <c:pt idx="169">
                  <c:v>3</c:v>
                </c:pt>
                <c:pt idx="170">
                  <c:v>1</c:v>
                </c:pt>
                <c:pt idx="171">
                  <c:v>-3</c:v>
                </c:pt>
                <c:pt idx="172">
                  <c:v>-10.5</c:v>
                </c:pt>
                <c:pt idx="173">
                  <c:v>-9.5</c:v>
                </c:pt>
                <c:pt idx="174">
                  <c:v>-22</c:v>
                </c:pt>
                <c:pt idx="175">
                  <c:v>-16</c:v>
                </c:pt>
                <c:pt idx="176">
                  <c:v>-6.5</c:v>
                </c:pt>
                <c:pt idx="177">
                  <c:v>-3</c:v>
                </c:pt>
                <c:pt idx="178">
                  <c:v>-5.5</c:v>
                </c:pt>
                <c:pt idx="179">
                  <c:v>-3</c:v>
                </c:pt>
                <c:pt idx="180">
                  <c:v>-3.5</c:v>
                </c:pt>
                <c:pt idx="181">
                  <c:v>-7</c:v>
                </c:pt>
                <c:pt idx="182">
                  <c:v>-1</c:v>
                </c:pt>
                <c:pt idx="183">
                  <c:v>4</c:v>
                </c:pt>
                <c:pt idx="184">
                  <c:v>-3</c:v>
                </c:pt>
                <c:pt idx="185">
                  <c:v>-3</c:v>
                </c:pt>
                <c:pt idx="186">
                  <c:v>-3</c:v>
                </c:pt>
                <c:pt idx="187">
                  <c:v>-1.5</c:v>
                </c:pt>
                <c:pt idx="188">
                  <c:v>3.5</c:v>
                </c:pt>
                <c:pt idx="189">
                  <c:v>2</c:v>
                </c:pt>
                <c:pt idx="190">
                  <c:v>-7</c:v>
                </c:pt>
                <c:pt idx="191">
                  <c:v>20</c:v>
                </c:pt>
                <c:pt idx="192">
                  <c:v>-3</c:v>
                </c:pt>
                <c:pt idx="193">
                  <c:v>-10.5</c:v>
                </c:pt>
                <c:pt idx="194">
                  <c:v>10.5</c:v>
                </c:pt>
                <c:pt idx="195">
                  <c:v>-7</c:v>
                </c:pt>
                <c:pt idx="196">
                  <c:v>-3</c:v>
                </c:pt>
                <c:pt idx="197">
                  <c:v>-10</c:v>
                </c:pt>
                <c:pt idx="198">
                  <c:v>-13</c:v>
                </c:pt>
                <c:pt idx="199">
                  <c:v>0</c:v>
                </c:pt>
                <c:pt idx="200">
                  <c:v>-7.5</c:v>
                </c:pt>
                <c:pt idx="201">
                  <c:v>3</c:v>
                </c:pt>
                <c:pt idx="202">
                  <c:v>-6.5</c:v>
                </c:pt>
                <c:pt idx="203">
                  <c:v>7</c:v>
                </c:pt>
                <c:pt idx="204">
                  <c:v>3.5</c:v>
                </c:pt>
                <c:pt idx="205">
                  <c:v>-6.5</c:v>
                </c:pt>
                <c:pt idx="206">
                  <c:v>9.5</c:v>
                </c:pt>
                <c:pt idx="207">
                  <c:v>5</c:v>
                </c:pt>
                <c:pt idx="208">
                  <c:v>-1.5</c:v>
                </c:pt>
                <c:pt idx="209">
                  <c:v>10</c:v>
                </c:pt>
                <c:pt idx="210">
                  <c:v>-3.5</c:v>
                </c:pt>
                <c:pt idx="211">
                  <c:v>-13</c:v>
                </c:pt>
                <c:pt idx="212">
                  <c:v>3</c:v>
                </c:pt>
                <c:pt idx="213">
                  <c:v>-5.5</c:v>
                </c:pt>
                <c:pt idx="214">
                  <c:v>10</c:v>
                </c:pt>
                <c:pt idx="215">
                  <c:v>-3.5</c:v>
                </c:pt>
                <c:pt idx="216">
                  <c:v>-24.5</c:v>
                </c:pt>
                <c:pt idx="217">
                  <c:v>8</c:v>
                </c:pt>
                <c:pt idx="218">
                  <c:v>4</c:v>
                </c:pt>
                <c:pt idx="219">
                  <c:v>10.5</c:v>
                </c:pt>
                <c:pt idx="220">
                  <c:v>-12</c:v>
                </c:pt>
                <c:pt idx="221">
                  <c:v>-11</c:v>
                </c:pt>
                <c:pt idx="222">
                  <c:v>-4</c:v>
                </c:pt>
                <c:pt idx="223">
                  <c:v>-10</c:v>
                </c:pt>
                <c:pt idx="224">
                  <c:v>8.5</c:v>
                </c:pt>
                <c:pt idx="225">
                  <c:v>13</c:v>
                </c:pt>
                <c:pt idx="226">
                  <c:v>3</c:v>
                </c:pt>
                <c:pt idx="227">
                  <c:v>9</c:v>
                </c:pt>
                <c:pt idx="228">
                  <c:v>-9</c:v>
                </c:pt>
                <c:pt idx="229">
                  <c:v>-4.5</c:v>
                </c:pt>
                <c:pt idx="230">
                  <c:v>-21.5</c:v>
                </c:pt>
                <c:pt idx="231">
                  <c:v>3</c:v>
                </c:pt>
                <c:pt idx="232">
                  <c:v>-14</c:v>
                </c:pt>
                <c:pt idx="233">
                  <c:v>-3</c:v>
                </c:pt>
                <c:pt idx="234">
                  <c:v>-6.5</c:v>
                </c:pt>
                <c:pt idx="235">
                  <c:v>-12</c:v>
                </c:pt>
                <c:pt idx="236">
                  <c:v>-10.5</c:v>
                </c:pt>
                <c:pt idx="237">
                  <c:v>-10</c:v>
                </c:pt>
                <c:pt idx="238">
                  <c:v>7.5</c:v>
                </c:pt>
                <c:pt idx="239">
                  <c:v>-10</c:v>
                </c:pt>
                <c:pt idx="240">
                  <c:v>14.5</c:v>
                </c:pt>
                <c:pt idx="241">
                  <c:v>-7.5</c:v>
                </c:pt>
                <c:pt idx="242">
                  <c:v>0</c:v>
                </c:pt>
                <c:pt idx="243">
                  <c:v>2.5</c:v>
                </c:pt>
                <c:pt idx="244">
                  <c:v>-9</c:v>
                </c:pt>
                <c:pt idx="245">
                  <c:v>-3</c:v>
                </c:pt>
                <c:pt idx="246">
                  <c:v>-6</c:v>
                </c:pt>
                <c:pt idx="247">
                  <c:v>3</c:v>
                </c:pt>
                <c:pt idx="248">
                  <c:v>4</c:v>
                </c:pt>
                <c:pt idx="249">
                  <c:v>-2.5</c:v>
                </c:pt>
                <c:pt idx="250">
                  <c:v>-10</c:v>
                </c:pt>
                <c:pt idx="251">
                  <c:v>7.5</c:v>
                </c:pt>
                <c:pt idx="252">
                  <c:v>3</c:v>
                </c:pt>
                <c:pt idx="253">
                  <c:v>7.5</c:v>
                </c:pt>
                <c:pt idx="254">
                  <c:v>-5.5</c:v>
                </c:pt>
                <c:pt idx="255">
                  <c:v>-6</c:v>
                </c:pt>
              </c:numCache>
            </c:numRef>
          </c:xVal>
          <c:yVal>
            <c:numRef>
              <c:f>Sheet2!$R$2:$R$257</c:f>
              <c:numCache>
                <c:formatCode>General</c:formatCode>
                <c:ptCount val="256"/>
                <c:pt idx="0">
                  <c:v>-31</c:v>
                </c:pt>
                <c:pt idx="1">
                  <c:v>-21</c:v>
                </c:pt>
                <c:pt idx="2">
                  <c:v>14</c:v>
                </c:pt>
                <c:pt idx="3">
                  <c:v>1</c:v>
                </c:pt>
                <c:pt idx="4">
                  <c:v>-17</c:v>
                </c:pt>
                <c:pt idx="5">
                  <c:v>-3</c:v>
                </c:pt>
                <c:pt idx="6">
                  <c:v>24</c:v>
                </c:pt>
                <c:pt idx="7">
                  <c:v>-3</c:v>
                </c:pt>
                <c:pt idx="8">
                  <c:v>27</c:v>
                </c:pt>
                <c:pt idx="9">
                  <c:v>3</c:v>
                </c:pt>
                <c:pt idx="10">
                  <c:v>-11</c:v>
                </c:pt>
                <c:pt idx="11">
                  <c:v>15</c:v>
                </c:pt>
                <c:pt idx="12">
                  <c:v>-14</c:v>
                </c:pt>
                <c:pt idx="13">
                  <c:v>-10</c:v>
                </c:pt>
                <c:pt idx="14">
                  <c:v>-7</c:v>
                </c:pt>
                <c:pt idx="15">
                  <c:v>-3</c:v>
                </c:pt>
                <c:pt idx="16">
                  <c:v>-6</c:v>
                </c:pt>
                <c:pt idx="17">
                  <c:v>-23</c:v>
                </c:pt>
                <c:pt idx="18">
                  <c:v>-6</c:v>
                </c:pt>
                <c:pt idx="19">
                  <c:v>22</c:v>
                </c:pt>
                <c:pt idx="20">
                  <c:v>13</c:v>
                </c:pt>
                <c:pt idx="21">
                  <c:v>2</c:v>
                </c:pt>
                <c:pt idx="22">
                  <c:v>-17</c:v>
                </c:pt>
                <c:pt idx="23">
                  <c:v>1</c:v>
                </c:pt>
                <c:pt idx="24">
                  <c:v>17</c:v>
                </c:pt>
                <c:pt idx="25">
                  <c:v>-3</c:v>
                </c:pt>
                <c:pt idx="26">
                  <c:v>-3</c:v>
                </c:pt>
                <c:pt idx="27">
                  <c:v>-10</c:v>
                </c:pt>
                <c:pt idx="28">
                  <c:v>-7</c:v>
                </c:pt>
                <c:pt idx="29">
                  <c:v>-3</c:v>
                </c:pt>
                <c:pt idx="30">
                  <c:v>-24</c:v>
                </c:pt>
                <c:pt idx="31">
                  <c:v>8</c:v>
                </c:pt>
                <c:pt idx="32">
                  <c:v>-3</c:v>
                </c:pt>
                <c:pt idx="33">
                  <c:v>-31</c:v>
                </c:pt>
                <c:pt idx="34">
                  <c:v>-35</c:v>
                </c:pt>
                <c:pt idx="35">
                  <c:v>6</c:v>
                </c:pt>
                <c:pt idx="36">
                  <c:v>-3</c:v>
                </c:pt>
                <c:pt idx="37">
                  <c:v>-3</c:v>
                </c:pt>
                <c:pt idx="38">
                  <c:v>-7</c:v>
                </c:pt>
                <c:pt idx="39">
                  <c:v>-21</c:v>
                </c:pt>
                <c:pt idx="40">
                  <c:v>-21</c:v>
                </c:pt>
                <c:pt idx="41">
                  <c:v>-3</c:v>
                </c:pt>
                <c:pt idx="42">
                  <c:v>-2</c:v>
                </c:pt>
                <c:pt idx="43">
                  <c:v>9</c:v>
                </c:pt>
                <c:pt idx="44">
                  <c:v>7</c:v>
                </c:pt>
                <c:pt idx="45">
                  <c:v>7</c:v>
                </c:pt>
                <c:pt idx="46">
                  <c:v>24</c:v>
                </c:pt>
                <c:pt idx="47">
                  <c:v>17</c:v>
                </c:pt>
                <c:pt idx="48">
                  <c:v>-14</c:v>
                </c:pt>
                <c:pt idx="49">
                  <c:v>-10</c:v>
                </c:pt>
                <c:pt idx="50">
                  <c:v>7</c:v>
                </c:pt>
                <c:pt idx="51">
                  <c:v>-10</c:v>
                </c:pt>
                <c:pt idx="52">
                  <c:v>-3</c:v>
                </c:pt>
                <c:pt idx="53">
                  <c:v>18</c:v>
                </c:pt>
                <c:pt idx="54">
                  <c:v>-28</c:v>
                </c:pt>
                <c:pt idx="55">
                  <c:v>20</c:v>
                </c:pt>
                <c:pt idx="56">
                  <c:v>13</c:v>
                </c:pt>
                <c:pt idx="57">
                  <c:v>-18</c:v>
                </c:pt>
                <c:pt idx="58">
                  <c:v>14</c:v>
                </c:pt>
                <c:pt idx="59">
                  <c:v>-7</c:v>
                </c:pt>
                <c:pt idx="60">
                  <c:v>-13</c:v>
                </c:pt>
                <c:pt idx="61">
                  <c:v>21</c:v>
                </c:pt>
                <c:pt idx="62">
                  <c:v>3</c:v>
                </c:pt>
                <c:pt idx="63">
                  <c:v>-7</c:v>
                </c:pt>
                <c:pt idx="64">
                  <c:v>3</c:v>
                </c:pt>
                <c:pt idx="65">
                  <c:v>-17</c:v>
                </c:pt>
                <c:pt idx="66">
                  <c:v>-31</c:v>
                </c:pt>
                <c:pt idx="67">
                  <c:v>10</c:v>
                </c:pt>
                <c:pt idx="68">
                  <c:v>-3</c:v>
                </c:pt>
                <c:pt idx="69">
                  <c:v>-11</c:v>
                </c:pt>
                <c:pt idx="70">
                  <c:v>-21</c:v>
                </c:pt>
                <c:pt idx="71">
                  <c:v>-19</c:v>
                </c:pt>
                <c:pt idx="72">
                  <c:v>2</c:v>
                </c:pt>
                <c:pt idx="73">
                  <c:v>38</c:v>
                </c:pt>
                <c:pt idx="74">
                  <c:v>7</c:v>
                </c:pt>
                <c:pt idx="75">
                  <c:v>1</c:v>
                </c:pt>
                <c:pt idx="76">
                  <c:v>-7</c:v>
                </c:pt>
                <c:pt idx="77">
                  <c:v>-20</c:v>
                </c:pt>
                <c:pt idx="78">
                  <c:v>-10</c:v>
                </c:pt>
                <c:pt idx="79">
                  <c:v>3</c:v>
                </c:pt>
                <c:pt idx="80">
                  <c:v>7</c:v>
                </c:pt>
                <c:pt idx="81">
                  <c:v>-19</c:v>
                </c:pt>
                <c:pt idx="82">
                  <c:v>-3</c:v>
                </c:pt>
                <c:pt idx="83">
                  <c:v>-3</c:v>
                </c:pt>
                <c:pt idx="84">
                  <c:v>15</c:v>
                </c:pt>
                <c:pt idx="85">
                  <c:v>21</c:v>
                </c:pt>
                <c:pt idx="86">
                  <c:v>-14</c:v>
                </c:pt>
                <c:pt idx="87">
                  <c:v>11</c:v>
                </c:pt>
                <c:pt idx="88">
                  <c:v>21</c:v>
                </c:pt>
                <c:pt idx="89">
                  <c:v>-2</c:v>
                </c:pt>
                <c:pt idx="90">
                  <c:v>-6</c:v>
                </c:pt>
                <c:pt idx="91">
                  <c:v>-5</c:v>
                </c:pt>
                <c:pt idx="92">
                  <c:v>-10</c:v>
                </c:pt>
                <c:pt idx="93">
                  <c:v>21</c:v>
                </c:pt>
                <c:pt idx="94">
                  <c:v>-18</c:v>
                </c:pt>
                <c:pt idx="95">
                  <c:v>-7</c:v>
                </c:pt>
                <c:pt idx="96">
                  <c:v>2</c:v>
                </c:pt>
                <c:pt idx="97">
                  <c:v>2</c:v>
                </c:pt>
                <c:pt idx="98">
                  <c:v>-7</c:v>
                </c:pt>
                <c:pt idx="99">
                  <c:v>3</c:v>
                </c:pt>
                <c:pt idx="100">
                  <c:v>-27</c:v>
                </c:pt>
                <c:pt idx="101">
                  <c:v>-3</c:v>
                </c:pt>
                <c:pt idx="102">
                  <c:v>22</c:v>
                </c:pt>
                <c:pt idx="103">
                  <c:v>7</c:v>
                </c:pt>
                <c:pt idx="104">
                  <c:v>9</c:v>
                </c:pt>
                <c:pt idx="105">
                  <c:v>24</c:v>
                </c:pt>
                <c:pt idx="106">
                  <c:v>3</c:v>
                </c:pt>
                <c:pt idx="107">
                  <c:v>-4</c:v>
                </c:pt>
                <c:pt idx="108">
                  <c:v>7</c:v>
                </c:pt>
                <c:pt idx="109">
                  <c:v>11</c:v>
                </c:pt>
                <c:pt idx="110">
                  <c:v>10</c:v>
                </c:pt>
                <c:pt idx="111">
                  <c:v>-25</c:v>
                </c:pt>
                <c:pt idx="112">
                  <c:v>1</c:v>
                </c:pt>
                <c:pt idx="113">
                  <c:v>21</c:v>
                </c:pt>
                <c:pt idx="114">
                  <c:v>-45</c:v>
                </c:pt>
                <c:pt idx="115">
                  <c:v>6</c:v>
                </c:pt>
                <c:pt idx="116">
                  <c:v>-7</c:v>
                </c:pt>
                <c:pt idx="117">
                  <c:v>-13</c:v>
                </c:pt>
                <c:pt idx="118">
                  <c:v>-12</c:v>
                </c:pt>
                <c:pt idx="119">
                  <c:v>-37</c:v>
                </c:pt>
                <c:pt idx="120">
                  <c:v>11</c:v>
                </c:pt>
                <c:pt idx="121">
                  <c:v>-17</c:v>
                </c:pt>
                <c:pt idx="122">
                  <c:v>-18</c:v>
                </c:pt>
                <c:pt idx="123">
                  <c:v>-4</c:v>
                </c:pt>
                <c:pt idx="124">
                  <c:v>3</c:v>
                </c:pt>
                <c:pt idx="125">
                  <c:v>-3</c:v>
                </c:pt>
                <c:pt idx="126">
                  <c:v>7</c:v>
                </c:pt>
                <c:pt idx="127">
                  <c:v>4</c:v>
                </c:pt>
                <c:pt idx="128">
                  <c:v>21</c:v>
                </c:pt>
                <c:pt idx="129">
                  <c:v>-31</c:v>
                </c:pt>
                <c:pt idx="130">
                  <c:v>7</c:v>
                </c:pt>
                <c:pt idx="131">
                  <c:v>3</c:v>
                </c:pt>
                <c:pt idx="132">
                  <c:v>-3</c:v>
                </c:pt>
                <c:pt idx="133">
                  <c:v>16</c:v>
                </c:pt>
                <c:pt idx="134">
                  <c:v>15</c:v>
                </c:pt>
                <c:pt idx="135">
                  <c:v>-34</c:v>
                </c:pt>
                <c:pt idx="136">
                  <c:v>8</c:v>
                </c:pt>
                <c:pt idx="137">
                  <c:v>8</c:v>
                </c:pt>
                <c:pt idx="138">
                  <c:v>14</c:v>
                </c:pt>
                <c:pt idx="139">
                  <c:v>11</c:v>
                </c:pt>
                <c:pt idx="140">
                  <c:v>11</c:v>
                </c:pt>
                <c:pt idx="141">
                  <c:v>-10</c:v>
                </c:pt>
                <c:pt idx="142">
                  <c:v>-2</c:v>
                </c:pt>
                <c:pt idx="143">
                  <c:v>-24</c:v>
                </c:pt>
                <c:pt idx="144">
                  <c:v>8</c:v>
                </c:pt>
                <c:pt idx="145">
                  <c:v>-14</c:v>
                </c:pt>
                <c:pt idx="146">
                  <c:v>3</c:v>
                </c:pt>
                <c:pt idx="147">
                  <c:v>-3</c:v>
                </c:pt>
                <c:pt idx="148">
                  <c:v>-10</c:v>
                </c:pt>
                <c:pt idx="149">
                  <c:v>46</c:v>
                </c:pt>
                <c:pt idx="150">
                  <c:v>-13</c:v>
                </c:pt>
                <c:pt idx="151">
                  <c:v>-7</c:v>
                </c:pt>
                <c:pt idx="152">
                  <c:v>-3</c:v>
                </c:pt>
                <c:pt idx="153">
                  <c:v>-7</c:v>
                </c:pt>
                <c:pt idx="154">
                  <c:v>24</c:v>
                </c:pt>
                <c:pt idx="155">
                  <c:v>-5</c:v>
                </c:pt>
                <c:pt idx="156">
                  <c:v>6</c:v>
                </c:pt>
                <c:pt idx="157">
                  <c:v>4</c:v>
                </c:pt>
                <c:pt idx="158">
                  <c:v>-7</c:v>
                </c:pt>
                <c:pt idx="159">
                  <c:v>-14</c:v>
                </c:pt>
                <c:pt idx="160">
                  <c:v>11</c:v>
                </c:pt>
                <c:pt idx="161">
                  <c:v>-31</c:v>
                </c:pt>
                <c:pt idx="162">
                  <c:v>18</c:v>
                </c:pt>
                <c:pt idx="163">
                  <c:v>-22</c:v>
                </c:pt>
                <c:pt idx="164">
                  <c:v>-3</c:v>
                </c:pt>
                <c:pt idx="165">
                  <c:v>-10</c:v>
                </c:pt>
                <c:pt idx="166">
                  <c:v>24</c:v>
                </c:pt>
                <c:pt idx="167">
                  <c:v>25</c:v>
                </c:pt>
                <c:pt idx="168">
                  <c:v>3</c:v>
                </c:pt>
                <c:pt idx="169">
                  <c:v>5</c:v>
                </c:pt>
                <c:pt idx="170">
                  <c:v>-29</c:v>
                </c:pt>
                <c:pt idx="171">
                  <c:v>-6</c:v>
                </c:pt>
                <c:pt idx="172">
                  <c:v>6</c:v>
                </c:pt>
                <c:pt idx="173">
                  <c:v>-18</c:v>
                </c:pt>
                <c:pt idx="174">
                  <c:v>-3</c:v>
                </c:pt>
                <c:pt idx="175">
                  <c:v>-3</c:v>
                </c:pt>
                <c:pt idx="176">
                  <c:v>-10</c:v>
                </c:pt>
                <c:pt idx="177">
                  <c:v>-12</c:v>
                </c:pt>
                <c:pt idx="178">
                  <c:v>1</c:v>
                </c:pt>
                <c:pt idx="179">
                  <c:v>-32</c:v>
                </c:pt>
                <c:pt idx="180">
                  <c:v>-8</c:v>
                </c:pt>
                <c:pt idx="181">
                  <c:v>-3</c:v>
                </c:pt>
                <c:pt idx="182">
                  <c:v>27</c:v>
                </c:pt>
                <c:pt idx="183">
                  <c:v>14</c:v>
                </c:pt>
                <c:pt idx="184">
                  <c:v>4</c:v>
                </c:pt>
                <c:pt idx="185">
                  <c:v>-17</c:v>
                </c:pt>
                <c:pt idx="186">
                  <c:v>4</c:v>
                </c:pt>
                <c:pt idx="187">
                  <c:v>-6</c:v>
                </c:pt>
                <c:pt idx="188">
                  <c:v>-14</c:v>
                </c:pt>
                <c:pt idx="189">
                  <c:v>5</c:v>
                </c:pt>
                <c:pt idx="190">
                  <c:v>-14</c:v>
                </c:pt>
                <c:pt idx="191">
                  <c:v>3</c:v>
                </c:pt>
                <c:pt idx="192">
                  <c:v>-8</c:v>
                </c:pt>
                <c:pt idx="193">
                  <c:v>-31</c:v>
                </c:pt>
                <c:pt idx="194">
                  <c:v>1</c:v>
                </c:pt>
                <c:pt idx="195">
                  <c:v>-21</c:v>
                </c:pt>
                <c:pt idx="196">
                  <c:v>3</c:v>
                </c:pt>
                <c:pt idx="197">
                  <c:v>-31</c:v>
                </c:pt>
                <c:pt idx="198">
                  <c:v>-21</c:v>
                </c:pt>
                <c:pt idx="199">
                  <c:v>6</c:v>
                </c:pt>
                <c:pt idx="200">
                  <c:v>-9</c:v>
                </c:pt>
                <c:pt idx="201">
                  <c:v>-14</c:v>
                </c:pt>
                <c:pt idx="202">
                  <c:v>-21</c:v>
                </c:pt>
                <c:pt idx="203">
                  <c:v>20</c:v>
                </c:pt>
                <c:pt idx="204">
                  <c:v>6</c:v>
                </c:pt>
                <c:pt idx="205">
                  <c:v>-34</c:v>
                </c:pt>
                <c:pt idx="206">
                  <c:v>24</c:v>
                </c:pt>
                <c:pt idx="207">
                  <c:v>20</c:v>
                </c:pt>
                <c:pt idx="208">
                  <c:v>-18</c:v>
                </c:pt>
                <c:pt idx="209">
                  <c:v>-7</c:v>
                </c:pt>
                <c:pt idx="210">
                  <c:v>-7</c:v>
                </c:pt>
                <c:pt idx="211">
                  <c:v>-34</c:v>
                </c:pt>
                <c:pt idx="212">
                  <c:v>-6</c:v>
                </c:pt>
                <c:pt idx="213">
                  <c:v>-8</c:v>
                </c:pt>
                <c:pt idx="214">
                  <c:v>19</c:v>
                </c:pt>
                <c:pt idx="215">
                  <c:v>7</c:v>
                </c:pt>
                <c:pt idx="216">
                  <c:v>-10</c:v>
                </c:pt>
                <c:pt idx="217">
                  <c:v>-3</c:v>
                </c:pt>
                <c:pt idx="218">
                  <c:v>9</c:v>
                </c:pt>
                <c:pt idx="219">
                  <c:v>7</c:v>
                </c:pt>
                <c:pt idx="220">
                  <c:v>-37</c:v>
                </c:pt>
                <c:pt idx="221">
                  <c:v>4</c:v>
                </c:pt>
                <c:pt idx="222">
                  <c:v>12</c:v>
                </c:pt>
                <c:pt idx="223">
                  <c:v>-7</c:v>
                </c:pt>
                <c:pt idx="224">
                  <c:v>17</c:v>
                </c:pt>
                <c:pt idx="225">
                  <c:v>7</c:v>
                </c:pt>
                <c:pt idx="226">
                  <c:v>-5</c:v>
                </c:pt>
                <c:pt idx="227">
                  <c:v>-28</c:v>
                </c:pt>
                <c:pt idx="228">
                  <c:v>-23</c:v>
                </c:pt>
                <c:pt idx="229">
                  <c:v>-5</c:v>
                </c:pt>
                <c:pt idx="230">
                  <c:v>-21</c:v>
                </c:pt>
                <c:pt idx="231">
                  <c:v>17</c:v>
                </c:pt>
                <c:pt idx="232">
                  <c:v>-38</c:v>
                </c:pt>
                <c:pt idx="233">
                  <c:v>15</c:v>
                </c:pt>
                <c:pt idx="234">
                  <c:v>11</c:v>
                </c:pt>
                <c:pt idx="235">
                  <c:v>-3</c:v>
                </c:pt>
                <c:pt idx="236">
                  <c:v>-21</c:v>
                </c:pt>
                <c:pt idx="237">
                  <c:v>-4</c:v>
                </c:pt>
                <c:pt idx="238">
                  <c:v>-2</c:v>
                </c:pt>
                <c:pt idx="239">
                  <c:v>-20</c:v>
                </c:pt>
                <c:pt idx="240">
                  <c:v>3</c:v>
                </c:pt>
                <c:pt idx="241">
                  <c:v>-8</c:v>
                </c:pt>
                <c:pt idx="242">
                  <c:v>8</c:v>
                </c:pt>
                <c:pt idx="243">
                  <c:v>13</c:v>
                </c:pt>
                <c:pt idx="244">
                  <c:v>-21</c:v>
                </c:pt>
                <c:pt idx="245">
                  <c:v>-21</c:v>
                </c:pt>
                <c:pt idx="246">
                  <c:v>-14</c:v>
                </c:pt>
                <c:pt idx="247">
                  <c:v>-8</c:v>
                </c:pt>
                <c:pt idx="248">
                  <c:v>-6</c:v>
                </c:pt>
                <c:pt idx="249">
                  <c:v>-3</c:v>
                </c:pt>
                <c:pt idx="250">
                  <c:v>-13</c:v>
                </c:pt>
                <c:pt idx="251">
                  <c:v>6</c:v>
                </c:pt>
                <c:pt idx="252">
                  <c:v>-3</c:v>
                </c:pt>
                <c:pt idx="253">
                  <c:v>13</c:v>
                </c:pt>
                <c:pt idx="254">
                  <c:v>-29</c:v>
                </c:pt>
                <c:pt idx="255">
                  <c:v>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D15-4121-BD04-9EC3DE6429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312128"/>
        <c:axId val="92092288"/>
      </c:scatterChart>
      <c:valAx>
        <c:axId val="91312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2092288"/>
        <c:crossesAt val="-60"/>
        <c:crossBetween val="midCat"/>
      </c:valAx>
      <c:valAx>
        <c:axId val="920922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91312128"/>
        <c:crossesAt val="-30"/>
        <c:crossBetween val="midCat"/>
      </c:valAx>
      <c:spPr>
        <a:solidFill>
          <a:srgbClr val="FF9933"/>
        </a:solidFill>
      </c:spPr>
    </c:plotArea>
    <c:plotVisOnly val="1"/>
    <c:dispBlanksAs val="gap"/>
    <c:showDLblsOverMax val="0"/>
  </c:chart>
  <c:spPr>
    <a:solidFill>
      <a:srgbClr val="00B050"/>
    </a:solidFill>
  </c:sp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2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 Actual vs Spread - With Fitted Equation</a:t>
            </a:r>
          </a:p>
        </c:rich>
      </c:tx>
      <c:layout>
        <c:manualLayout>
          <c:xMode val="edge"/>
          <c:yMode val="edge"/>
          <c:x val="0.32075471698113206"/>
          <c:y val="1.9575856443719425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1032186459489471E-2"/>
          <c:y val="0.12398042414355628"/>
          <c:w val="0.90677025527192012"/>
          <c:h val="0.7699836867862969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Sheet2!$R$1</c:f>
              <c:strCache>
                <c:ptCount val="1"/>
                <c:pt idx="0">
                  <c:v>Final (AT-HT)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4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trendline>
            <c:spPr>
              <a:ln w="38100">
                <a:solidFill>
                  <a:srgbClr val="00000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Sheet2!$Q$2:$Q$257</c:f>
              <c:numCache>
                <c:formatCode>General</c:formatCode>
                <c:ptCount val="256"/>
                <c:pt idx="0">
                  <c:v>-6.5</c:v>
                </c:pt>
                <c:pt idx="1">
                  <c:v>-2.5</c:v>
                </c:pt>
                <c:pt idx="2">
                  <c:v>-1</c:v>
                </c:pt>
                <c:pt idx="3">
                  <c:v>3.5</c:v>
                </c:pt>
                <c:pt idx="4">
                  <c:v>-3</c:v>
                </c:pt>
                <c:pt idx="5">
                  <c:v>-2.5</c:v>
                </c:pt>
                <c:pt idx="6">
                  <c:v>7</c:v>
                </c:pt>
                <c:pt idx="7">
                  <c:v>2.5</c:v>
                </c:pt>
                <c:pt idx="8">
                  <c:v>4.5</c:v>
                </c:pt>
                <c:pt idx="9">
                  <c:v>-7</c:v>
                </c:pt>
                <c:pt idx="10">
                  <c:v>-5.5</c:v>
                </c:pt>
                <c:pt idx="11">
                  <c:v>-1.5</c:v>
                </c:pt>
                <c:pt idx="12">
                  <c:v>-6</c:v>
                </c:pt>
                <c:pt idx="13">
                  <c:v>-5.5</c:v>
                </c:pt>
                <c:pt idx="14">
                  <c:v>-2.5</c:v>
                </c:pt>
                <c:pt idx="15">
                  <c:v>-3.5</c:v>
                </c:pt>
                <c:pt idx="16">
                  <c:v>-11</c:v>
                </c:pt>
                <c:pt idx="17">
                  <c:v>-9.5</c:v>
                </c:pt>
                <c:pt idx="18">
                  <c:v>7</c:v>
                </c:pt>
                <c:pt idx="19">
                  <c:v>-2</c:v>
                </c:pt>
                <c:pt idx="20">
                  <c:v>-7</c:v>
                </c:pt>
                <c:pt idx="21">
                  <c:v>8</c:v>
                </c:pt>
                <c:pt idx="22">
                  <c:v>3</c:v>
                </c:pt>
                <c:pt idx="23">
                  <c:v>-3</c:v>
                </c:pt>
                <c:pt idx="24">
                  <c:v>3</c:v>
                </c:pt>
                <c:pt idx="25">
                  <c:v>-3</c:v>
                </c:pt>
                <c:pt idx="26">
                  <c:v>2.5</c:v>
                </c:pt>
                <c:pt idx="27">
                  <c:v>-13</c:v>
                </c:pt>
                <c:pt idx="28">
                  <c:v>-11</c:v>
                </c:pt>
                <c:pt idx="29">
                  <c:v>-10</c:v>
                </c:pt>
                <c:pt idx="30">
                  <c:v>-4</c:v>
                </c:pt>
                <c:pt idx="31">
                  <c:v>-7</c:v>
                </c:pt>
                <c:pt idx="32">
                  <c:v>-7.5</c:v>
                </c:pt>
                <c:pt idx="33">
                  <c:v>-15</c:v>
                </c:pt>
                <c:pt idx="34">
                  <c:v>-6.5</c:v>
                </c:pt>
                <c:pt idx="35">
                  <c:v>5</c:v>
                </c:pt>
                <c:pt idx="36">
                  <c:v>-3</c:v>
                </c:pt>
                <c:pt idx="37">
                  <c:v>-2.5</c:v>
                </c:pt>
                <c:pt idx="38">
                  <c:v>3.5</c:v>
                </c:pt>
                <c:pt idx="39">
                  <c:v>-9</c:v>
                </c:pt>
                <c:pt idx="40">
                  <c:v>-4</c:v>
                </c:pt>
                <c:pt idx="41">
                  <c:v>-3</c:v>
                </c:pt>
                <c:pt idx="42">
                  <c:v>-3</c:v>
                </c:pt>
                <c:pt idx="43">
                  <c:v>-3</c:v>
                </c:pt>
                <c:pt idx="44">
                  <c:v>4</c:v>
                </c:pt>
                <c:pt idx="45">
                  <c:v>-4</c:v>
                </c:pt>
                <c:pt idx="46">
                  <c:v>-3</c:v>
                </c:pt>
                <c:pt idx="47">
                  <c:v>-5</c:v>
                </c:pt>
                <c:pt idx="48">
                  <c:v>4.5</c:v>
                </c:pt>
                <c:pt idx="49">
                  <c:v>2.5</c:v>
                </c:pt>
                <c:pt idx="50">
                  <c:v>0</c:v>
                </c:pt>
                <c:pt idx="51">
                  <c:v>2.5</c:v>
                </c:pt>
                <c:pt idx="52">
                  <c:v>3</c:v>
                </c:pt>
                <c:pt idx="53">
                  <c:v>-4</c:v>
                </c:pt>
                <c:pt idx="54">
                  <c:v>-12</c:v>
                </c:pt>
                <c:pt idx="55">
                  <c:v>0</c:v>
                </c:pt>
                <c:pt idx="56">
                  <c:v>-3.5</c:v>
                </c:pt>
                <c:pt idx="57">
                  <c:v>-10</c:v>
                </c:pt>
                <c:pt idx="58">
                  <c:v>-14</c:v>
                </c:pt>
                <c:pt idx="59">
                  <c:v>4.5</c:v>
                </c:pt>
                <c:pt idx="60">
                  <c:v>2.5</c:v>
                </c:pt>
                <c:pt idx="61">
                  <c:v>7</c:v>
                </c:pt>
                <c:pt idx="62">
                  <c:v>3.5</c:v>
                </c:pt>
                <c:pt idx="63">
                  <c:v>-8</c:v>
                </c:pt>
                <c:pt idx="64">
                  <c:v>-3</c:v>
                </c:pt>
                <c:pt idx="65">
                  <c:v>-17</c:v>
                </c:pt>
                <c:pt idx="66">
                  <c:v>-3.5</c:v>
                </c:pt>
                <c:pt idx="67">
                  <c:v>2.5</c:v>
                </c:pt>
                <c:pt idx="68">
                  <c:v>-5.5</c:v>
                </c:pt>
                <c:pt idx="69">
                  <c:v>-3</c:v>
                </c:pt>
                <c:pt idx="70">
                  <c:v>-6</c:v>
                </c:pt>
                <c:pt idx="71">
                  <c:v>-10</c:v>
                </c:pt>
                <c:pt idx="72">
                  <c:v>3</c:v>
                </c:pt>
                <c:pt idx="73">
                  <c:v>0</c:v>
                </c:pt>
                <c:pt idx="74">
                  <c:v>-3.5</c:v>
                </c:pt>
                <c:pt idx="75">
                  <c:v>10</c:v>
                </c:pt>
                <c:pt idx="76">
                  <c:v>3</c:v>
                </c:pt>
                <c:pt idx="77">
                  <c:v>-7</c:v>
                </c:pt>
                <c:pt idx="78">
                  <c:v>-5</c:v>
                </c:pt>
                <c:pt idx="79">
                  <c:v>-6</c:v>
                </c:pt>
                <c:pt idx="80">
                  <c:v>3</c:v>
                </c:pt>
                <c:pt idx="81">
                  <c:v>-10</c:v>
                </c:pt>
                <c:pt idx="82">
                  <c:v>-3</c:v>
                </c:pt>
                <c:pt idx="83">
                  <c:v>-3</c:v>
                </c:pt>
                <c:pt idx="84">
                  <c:v>-3.5</c:v>
                </c:pt>
                <c:pt idx="85">
                  <c:v>4</c:v>
                </c:pt>
                <c:pt idx="86">
                  <c:v>-10.5</c:v>
                </c:pt>
                <c:pt idx="87">
                  <c:v>-7</c:v>
                </c:pt>
                <c:pt idx="88">
                  <c:v>3.5</c:v>
                </c:pt>
                <c:pt idx="89">
                  <c:v>-6</c:v>
                </c:pt>
                <c:pt idx="90">
                  <c:v>-9</c:v>
                </c:pt>
                <c:pt idx="91">
                  <c:v>3</c:v>
                </c:pt>
                <c:pt idx="92">
                  <c:v>-9.5</c:v>
                </c:pt>
                <c:pt idx="93">
                  <c:v>15</c:v>
                </c:pt>
                <c:pt idx="94">
                  <c:v>-9.5</c:v>
                </c:pt>
                <c:pt idx="95">
                  <c:v>-2</c:v>
                </c:pt>
                <c:pt idx="96">
                  <c:v>1</c:v>
                </c:pt>
                <c:pt idx="97">
                  <c:v>-3</c:v>
                </c:pt>
                <c:pt idx="98">
                  <c:v>-6</c:v>
                </c:pt>
                <c:pt idx="99">
                  <c:v>-5.5</c:v>
                </c:pt>
                <c:pt idx="100">
                  <c:v>-9</c:v>
                </c:pt>
                <c:pt idx="101">
                  <c:v>3.5</c:v>
                </c:pt>
                <c:pt idx="102">
                  <c:v>3</c:v>
                </c:pt>
                <c:pt idx="103">
                  <c:v>3</c:v>
                </c:pt>
                <c:pt idx="104">
                  <c:v>-5</c:v>
                </c:pt>
                <c:pt idx="105">
                  <c:v>6</c:v>
                </c:pt>
                <c:pt idx="106">
                  <c:v>9.5</c:v>
                </c:pt>
                <c:pt idx="107">
                  <c:v>-7</c:v>
                </c:pt>
                <c:pt idx="108">
                  <c:v>0</c:v>
                </c:pt>
                <c:pt idx="109">
                  <c:v>3</c:v>
                </c:pt>
                <c:pt idx="110">
                  <c:v>-3</c:v>
                </c:pt>
                <c:pt idx="111">
                  <c:v>-11.5</c:v>
                </c:pt>
                <c:pt idx="112">
                  <c:v>-5</c:v>
                </c:pt>
                <c:pt idx="113">
                  <c:v>3</c:v>
                </c:pt>
                <c:pt idx="114">
                  <c:v>-16.5</c:v>
                </c:pt>
                <c:pt idx="115">
                  <c:v>-3</c:v>
                </c:pt>
                <c:pt idx="116">
                  <c:v>-3.5</c:v>
                </c:pt>
                <c:pt idx="117">
                  <c:v>-4.5</c:v>
                </c:pt>
                <c:pt idx="118">
                  <c:v>-2</c:v>
                </c:pt>
                <c:pt idx="119">
                  <c:v>-3</c:v>
                </c:pt>
                <c:pt idx="120">
                  <c:v>-2.5</c:v>
                </c:pt>
                <c:pt idx="121">
                  <c:v>-3.5</c:v>
                </c:pt>
                <c:pt idx="122">
                  <c:v>8</c:v>
                </c:pt>
                <c:pt idx="123">
                  <c:v>-3</c:v>
                </c:pt>
                <c:pt idx="124">
                  <c:v>3.5</c:v>
                </c:pt>
                <c:pt idx="125">
                  <c:v>0</c:v>
                </c:pt>
                <c:pt idx="126">
                  <c:v>-3</c:v>
                </c:pt>
                <c:pt idx="127">
                  <c:v>3</c:v>
                </c:pt>
                <c:pt idx="128">
                  <c:v>3</c:v>
                </c:pt>
                <c:pt idx="129">
                  <c:v>-7.5</c:v>
                </c:pt>
                <c:pt idx="130">
                  <c:v>-4.5</c:v>
                </c:pt>
                <c:pt idx="131">
                  <c:v>3</c:v>
                </c:pt>
                <c:pt idx="132">
                  <c:v>-10.5</c:v>
                </c:pt>
                <c:pt idx="133">
                  <c:v>-4</c:v>
                </c:pt>
                <c:pt idx="134">
                  <c:v>-4.5</c:v>
                </c:pt>
                <c:pt idx="135">
                  <c:v>-6.5</c:v>
                </c:pt>
                <c:pt idx="136">
                  <c:v>-3</c:v>
                </c:pt>
                <c:pt idx="137">
                  <c:v>-12</c:v>
                </c:pt>
                <c:pt idx="138">
                  <c:v>-4.5</c:v>
                </c:pt>
                <c:pt idx="139">
                  <c:v>3</c:v>
                </c:pt>
                <c:pt idx="140">
                  <c:v>0</c:v>
                </c:pt>
                <c:pt idx="141">
                  <c:v>0</c:v>
                </c:pt>
                <c:pt idx="142">
                  <c:v>3</c:v>
                </c:pt>
                <c:pt idx="143">
                  <c:v>-10</c:v>
                </c:pt>
                <c:pt idx="144">
                  <c:v>-3</c:v>
                </c:pt>
                <c:pt idx="145">
                  <c:v>-10</c:v>
                </c:pt>
                <c:pt idx="146">
                  <c:v>2.5</c:v>
                </c:pt>
                <c:pt idx="147">
                  <c:v>-14.5</c:v>
                </c:pt>
                <c:pt idx="148">
                  <c:v>-11</c:v>
                </c:pt>
                <c:pt idx="149">
                  <c:v>16</c:v>
                </c:pt>
                <c:pt idx="150">
                  <c:v>2</c:v>
                </c:pt>
                <c:pt idx="151">
                  <c:v>-6</c:v>
                </c:pt>
                <c:pt idx="152">
                  <c:v>9</c:v>
                </c:pt>
                <c:pt idx="153">
                  <c:v>-3</c:v>
                </c:pt>
                <c:pt idx="154">
                  <c:v>3</c:v>
                </c:pt>
                <c:pt idx="155">
                  <c:v>-11.5</c:v>
                </c:pt>
                <c:pt idx="156">
                  <c:v>0</c:v>
                </c:pt>
                <c:pt idx="157">
                  <c:v>2.5</c:v>
                </c:pt>
                <c:pt idx="158">
                  <c:v>-5.5</c:v>
                </c:pt>
                <c:pt idx="159">
                  <c:v>-3</c:v>
                </c:pt>
                <c:pt idx="160">
                  <c:v>3.5</c:v>
                </c:pt>
                <c:pt idx="161">
                  <c:v>-13.5</c:v>
                </c:pt>
                <c:pt idx="162">
                  <c:v>11.5</c:v>
                </c:pt>
                <c:pt idx="163">
                  <c:v>-7.5</c:v>
                </c:pt>
                <c:pt idx="164">
                  <c:v>-2</c:v>
                </c:pt>
                <c:pt idx="165">
                  <c:v>-4</c:v>
                </c:pt>
                <c:pt idx="166">
                  <c:v>-7.5</c:v>
                </c:pt>
                <c:pt idx="167">
                  <c:v>3</c:v>
                </c:pt>
                <c:pt idx="168">
                  <c:v>-6</c:v>
                </c:pt>
                <c:pt idx="169">
                  <c:v>3</c:v>
                </c:pt>
                <c:pt idx="170">
                  <c:v>1</c:v>
                </c:pt>
                <c:pt idx="171">
                  <c:v>-3</c:v>
                </c:pt>
                <c:pt idx="172">
                  <c:v>-10.5</c:v>
                </c:pt>
                <c:pt idx="173">
                  <c:v>-9.5</c:v>
                </c:pt>
                <c:pt idx="174">
                  <c:v>-22</c:v>
                </c:pt>
                <c:pt idx="175">
                  <c:v>-16</c:v>
                </c:pt>
                <c:pt idx="176">
                  <c:v>-6.5</c:v>
                </c:pt>
                <c:pt idx="177">
                  <c:v>-3</c:v>
                </c:pt>
                <c:pt idx="178">
                  <c:v>-5.5</c:v>
                </c:pt>
                <c:pt idx="179">
                  <c:v>-3</c:v>
                </c:pt>
                <c:pt idx="180">
                  <c:v>-3.5</c:v>
                </c:pt>
                <c:pt idx="181">
                  <c:v>-7</c:v>
                </c:pt>
                <c:pt idx="182">
                  <c:v>-1</c:v>
                </c:pt>
                <c:pt idx="183">
                  <c:v>4</c:v>
                </c:pt>
                <c:pt idx="184">
                  <c:v>-3</c:v>
                </c:pt>
                <c:pt idx="185">
                  <c:v>-3</c:v>
                </c:pt>
                <c:pt idx="186">
                  <c:v>-3</c:v>
                </c:pt>
                <c:pt idx="187">
                  <c:v>-1.5</c:v>
                </c:pt>
                <c:pt idx="188">
                  <c:v>3.5</c:v>
                </c:pt>
                <c:pt idx="189">
                  <c:v>2</c:v>
                </c:pt>
                <c:pt idx="190">
                  <c:v>-7</c:v>
                </c:pt>
                <c:pt idx="191">
                  <c:v>20</c:v>
                </c:pt>
                <c:pt idx="192">
                  <c:v>-3</c:v>
                </c:pt>
                <c:pt idx="193">
                  <c:v>-10.5</c:v>
                </c:pt>
                <c:pt idx="194">
                  <c:v>10.5</c:v>
                </c:pt>
                <c:pt idx="195">
                  <c:v>-7</c:v>
                </c:pt>
                <c:pt idx="196">
                  <c:v>-3</c:v>
                </c:pt>
                <c:pt idx="197">
                  <c:v>-10</c:v>
                </c:pt>
                <c:pt idx="198">
                  <c:v>-13</c:v>
                </c:pt>
                <c:pt idx="199">
                  <c:v>0</c:v>
                </c:pt>
                <c:pt idx="200">
                  <c:v>-7.5</c:v>
                </c:pt>
                <c:pt idx="201">
                  <c:v>3</c:v>
                </c:pt>
                <c:pt idx="202">
                  <c:v>-6.5</c:v>
                </c:pt>
                <c:pt idx="203">
                  <c:v>7</c:v>
                </c:pt>
                <c:pt idx="204">
                  <c:v>3.5</c:v>
                </c:pt>
                <c:pt idx="205">
                  <c:v>-6.5</c:v>
                </c:pt>
                <c:pt idx="206">
                  <c:v>9.5</c:v>
                </c:pt>
                <c:pt idx="207">
                  <c:v>5</c:v>
                </c:pt>
                <c:pt idx="208">
                  <c:v>-1.5</c:v>
                </c:pt>
                <c:pt idx="209">
                  <c:v>10</c:v>
                </c:pt>
                <c:pt idx="210">
                  <c:v>-3.5</c:v>
                </c:pt>
                <c:pt idx="211">
                  <c:v>-13</c:v>
                </c:pt>
                <c:pt idx="212">
                  <c:v>3</c:v>
                </c:pt>
                <c:pt idx="213">
                  <c:v>-5.5</c:v>
                </c:pt>
                <c:pt idx="214">
                  <c:v>10</c:v>
                </c:pt>
                <c:pt idx="215">
                  <c:v>-3.5</c:v>
                </c:pt>
                <c:pt idx="216">
                  <c:v>-24.5</c:v>
                </c:pt>
                <c:pt idx="217">
                  <c:v>8</c:v>
                </c:pt>
                <c:pt idx="218">
                  <c:v>4</c:v>
                </c:pt>
                <c:pt idx="219">
                  <c:v>10.5</c:v>
                </c:pt>
                <c:pt idx="220">
                  <c:v>-12</c:v>
                </c:pt>
                <c:pt idx="221">
                  <c:v>-11</c:v>
                </c:pt>
                <c:pt idx="222">
                  <c:v>-4</c:v>
                </c:pt>
                <c:pt idx="223">
                  <c:v>-10</c:v>
                </c:pt>
                <c:pt idx="224">
                  <c:v>8.5</c:v>
                </c:pt>
                <c:pt idx="225">
                  <c:v>13</c:v>
                </c:pt>
                <c:pt idx="226">
                  <c:v>3</c:v>
                </c:pt>
                <c:pt idx="227">
                  <c:v>9</c:v>
                </c:pt>
                <c:pt idx="228">
                  <c:v>-9</c:v>
                </c:pt>
                <c:pt idx="229">
                  <c:v>-4.5</c:v>
                </c:pt>
                <c:pt idx="230">
                  <c:v>-21.5</c:v>
                </c:pt>
                <c:pt idx="231">
                  <c:v>3</c:v>
                </c:pt>
                <c:pt idx="232">
                  <c:v>-14</c:v>
                </c:pt>
                <c:pt idx="233">
                  <c:v>-3</c:v>
                </c:pt>
                <c:pt idx="234">
                  <c:v>-6.5</c:v>
                </c:pt>
                <c:pt idx="235">
                  <c:v>-12</c:v>
                </c:pt>
                <c:pt idx="236">
                  <c:v>-10.5</c:v>
                </c:pt>
                <c:pt idx="237">
                  <c:v>-10</c:v>
                </c:pt>
                <c:pt idx="238">
                  <c:v>7.5</c:v>
                </c:pt>
                <c:pt idx="239">
                  <c:v>-10</c:v>
                </c:pt>
                <c:pt idx="240">
                  <c:v>14.5</c:v>
                </c:pt>
                <c:pt idx="241">
                  <c:v>-7.5</c:v>
                </c:pt>
                <c:pt idx="242">
                  <c:v>0</c:v>
                </c:pt>
                <c:pt idx="243">
                  <c:v>2.5</c:v>
                </c:pt>
                <c:pt idx="244">
                  <c:v>-9</c:v>
                </c:pt>
                <c:pt idx="245">
                  <c:v>-3</c:v>
                </c:pt>
                <c:pt idx="246">
                  <c:v>-6</c:v>
                </c:pt>
                <c:pt idx="247">
                  <c:v>3</c:v>
                </c:pt>
                <c:pt idx="248">
                  <c:v>4</c:v>
                </c:pt>
                <c:pt idx="249">
                  <c:v>-2.5</c:v>
                </c:pt>
                <c:pt idx="250">
                  <c:v>-10</c:v>
                </c:pt>
                <c:pt idx="251">
                  <c:v>7.5</c:v>
                </c:pt>
                <c:pt idx="252">
                  <c:v>3</c:v>
                </c:pt>
                <c:pt idx="253">
                  <c:v>7.5</c:v>
                </c:pt>
                <c:pt idx="254">
                  <c:v>-5.5</c:v>
                </c:pt>
                <c:pt idx="255">
                  <c:v>-6</c:v>
                </c:pt>
              </c:numCache>
            </c:numRef>
          </c:xVal>
          <c:yVal>
            <c:numRef>
              <c:f>Sheet2!$R$2:$R$257</c:f>
              <c:numCache>
                <c:formatCode>General</c:formatCode>
                <c:ptCount val="256"/>
                <c:pt idx="0">
                  <c:v>-31</c:v>
                </c:pt>
                <c:pt idx="1">
                  <c:v>-21</c:v>
                </c:pt>
                <c:pt idx="2">
                  <c:v>14</c:v>
                </c:pt>
                <c:pt idx="3">
                  <c:v>1</c:v>
                </c:pt>
                <c:pt idx="4">
                  <c:v>-17</c:v>
                </c:pt>
                <c:pt idx="5">
                  <c:v>-3</c:v>
                </c:pt>
                <c:pt idx="6">
                  <c:v>24</c:v>
                </c:pt>
                <c:pt idx="7">
                  <c:v>-3</c:v>
                </c:pt>
                <c:pt idx="8">
                  <c:v>27</c:v>
                </c:pt>
                <c:pt idx="9">
                  <c:v>3</c:v>
                </c:pt>
                <c:pt idx="10">
                  <c:v>-11</c:v>
                </c:pt>
                <c:pt idx="11">
                  <c:v>15</c:v>
                </c:pt>
                <c:pt idx="12">
                  <c:v>-14</c:v>
                </c:pt>
                <c:pt idx="13">
                  <c:v>-10</c:v>
                </c:pt>
                <c:pt idx="14">
                  <c:v>-7</c:v>
                </c:pt>
                <c:pt idx="15">
                  <c:v>-3</c:v>
                </c:pt>
                <c:pt idx="16">
                  <c:v>-6</c:v>
                </c:pt>
                <c:pt idx="17">
                  <c:v>-23</c:v>
                </c:pt>
                <c:pt idx="18">
                  <c:v>-6</c:v>
                </c:pt>
                <c:pt idx="19">
                  <c:v>22</c:v>
                </c:pt>
                <c:pt idx="20">
                  <c:v>13</c:v>
                </c:pt>
                <c:pt idx="21">
                  <c:v>2</c:v>
                </c:pt>
                <c:pt idx="22">
                  <c:v>-17</c:v>
                </c:pt>
                <c:pt idx="23">
                  <c:v>1</c:v>
                </c:pt>
                <c:pt idx="24">
                  <c:v>17</c:v>
                </c:pt>
                <c:pt idx="25">
                  <c:v>-3</c:v>
                </c:pt>
                <c:pt idx="26">
                  <c:v>-3</c:v>
                </c:pt>
                <c:pt idx="27">
                  <c:v>-10</c:v>
                </c:pt>
                <c:pt idx="28">
                  <c:v>-7</c:v>
                </c:pt>
                <c:pt idx="29">
                  <c:v>-3</c:v>
                </c:pt>
                <c:pt idx="30">
                  <c:v>-24</c:v>
                </c:pt>
                <c:pt idx="31">
                  <c:v>8</c:v>
                </c:pt>
                <c:pt idx="32">
                  <c:v>-3</c:v>
                </c:pt>
                <c:pt idx="33">
                  <c:v>-31</c:v>
                </c:pt>
                <c:pt idx="34">
                  <c:v>-35</c:v>
                </c:pt>
                <c:pt idx="35">
                  <c:v>6</c:v>
                </c:pt>
                <c:pt idx="36">
                  <c:v>-3</c:v>
                </c:pt>
                <c:pt idx="37">
                  <c:v>-3</c:v>
                </c:pt>
                <c:pt idx="38">
                  <c:v>-7</c:v>
                </c:pt>
                <c:pt idx="39">
                  <c:v>-21</c:v>
                </c:pt>
                <c:pt idx="40">
                  <c:v>-21</c:v>
                </c:pt>
                <c:pt idx="41">
                  <c:v>-3</c:v>
                </c:pt>
                <c:pt idx="42">
                  <c:v>-2</c:v>
                </c:pt>
                <c:pt idx="43">
                  <c:v>9</c:v>
                </c:pt>
                <c:pt idx="44">
                  <c:v>7</c:v>
                </c:pt>
                <c:pt idx="45">
                  <c:v>7</c:v>
                </c:pt>
                <c:pt idx="46">
                  <c:v>24</c:v>
                </c:pt>
                <c:pt idx="47">
                  <c:v>17</c:v>
                </c:pt>
                <c:pt idx="48">
                  <c:v>-14</c:v>
                </c:pt>
                <c:pt idx="49">
                  <c:v>-10</c:v>
                </c:pt>
                <c:pt idx="50">
                  <c:v>7</c:v>
                </c:pt>
                <c:pt idx="51">
                  <c:v>-10</c:v>
                </c:pt>
                <c:pt idx="52">
                  <c:v>-3</c:v>
                </c:pt>
                <c:pt idx="53">
                  <c:v>18</c:v>
                </c:pt>
                <c:pt idx="54">
                  <c:v>-28</c:v>
                </c:pt>
                <c:pt idx="55">
                  <c:v>20</c:v>
                </c:pt>
                <c:pt idx="56">
                  <c:v>13</c:v>
                </c:pt>
                <c:pt idx="57">
                  <c:v>-18</c:v>
                </c:pt>
                <c:pt idx="58">
                  <c:v>14</c:v>
                </c:pt>
                <c:pt idx="59">
                  <c:v>-7</c:v>
                </c:pt>
                <c:pt idx="60">
                  <c:v>-13</c:v>
                </c:pt>
                <c:pt idx="61">
                  <c:v>21</c:v>
                </c:pt>
                <c:pt idx="62">
                  <c:v>3</c:v>
                </c:pt>
                <c:pt idx="63">
                  <c:v>-7</c:v>
                </c:pt>
                <c:pt idx="64">
                  <c:v>3</c:v>
                </c:pt>
                <c:pt idx="65">
                  <c:v>-17</c:v>
                </c:pt>
                <c:pt idx="66">
                  <c:v>-31</c:v>
                </c:pt>
                <c:pt idx="67">
                  <c:v>10</c:v>
                </c:pt>
                <c:pt idx="68">
                  <c:v>-3</c:v>
                </c:pt>
                <c:pt idx="69">
                  <c:v>-11</c:v>
                </c:pt>
                <c:pt idx="70">
                  <c:v>-21</c:v>
                </c:pt>
                <c:pt idx="71">
                  <c:v>-19</c:v>
                </c:pt>
                <c:pt idx="72">
                  <c:v>2</c:v>
                </c:pt>
                <c:pt idx="73">
                  <c:v>38</c:v>
                </c:pt>
                <c:pt idx="74">
                  <c:v>7</c:v>
                </c:pt>
                <c:pt idx="75">
                  <c:v>1</c:v>
                </c:pt>
                <c:pt idx="76">
                  <c:v>-7</c:v>
                </c:pt>
                <c:pt idx="77">
                  <c:v>-20</c:v>
                </c:pt>
                <c:pt idx="78">
                  <c:v>-10</c:v>
                </c:pt>
                <c:pt idx="79">
                  <c:v>3</c:v>
                </c:pt>
                <c:pt idx="80">
                  <c:v>7</c:v>
                </c:pt>
                <c:pt idx="81">
                  <c:v>-19</c:v>
                </c:pt>
                <c:pt idx="82">
                  <c:v>-3</c:v>
                </c:pt>
                <c:pt idx="83">
                  <c:v>-3</c:v>
                </c:pt>
                <c:pt idx="84">
                  <c:v>15</c:v>
                </c:pt>
                <c:pt idx="85">
                  <c:v>21</c:v>
                </c:pt>
                <c:pt idx="86">
                  <c:v>-14</c:v>
                </c:pt>
                <c:pt idx="87">
                  <c:v>11</c:v>
                </c:pt>
                <c:pt idx="88">
                  <c:v>21</c:v>
                </c:pt>
                <c:pt idx="89">
                  <c:v>-2</c:v>
                </c:pt>
                <c:pt idx="90">
                  <c:v>-6</c:v>
                </c:pt>
                <c:pt idx="91">
                  <c:v>-5</c:v>
                </c:pt>
                <c:pt idx="92">
                  <c:v>-10</c:v>
                </c:pt>
                <c:pt idx="93">
                  <c:v>21</c:v>
                </c:pt>
                <c:pt idx="94">
                  <c:v>-18</c:v>
                </c:pt>
                <c:pt idx="95">
                  <c:v>-7</c:v>
                </c:pt>
                <c:pt idx="96">
                  <c:v>2</c:v>
                </c:pt>
                <c:pt idx="97">
                  <c:v>2</c:v>
                </c:pt>
                <c:pt idx="98">
                  <c:v>-7</c:v>
                </c:pt>
                <c:pt idx="99">
                  <c:v>3</c:v>
                </c:pt>
                <c:pt idx="100">
                  <c:v>-27</c:v>
                </c:pt>
                <c:pt idx="101">
                  <c:v>-3</c:v>
                </c:pt>
                <c:pt idx="102">
                  <c:v>22</c:v>
                </c:pt>
                <c:pt idx="103">
                  <c:v>7</c:v>
                </c:pt>
                <c:pt idx="104">
                  <c:v>9</c:v>
                </c:pt>
                <c:pt idx="105">
                  <c:v>24</c:v>
                </c:pt>
                <c:pt idx="106">
                  <c:v>3</c:v>
                </c:pt>
                <c:pt idx="107">
                  <c:v>-4</c:v>
                </c:pt>
                <c:pt idx="108">
                  <c:v>7</c:v>
                </c:pt>
                <c:pt idx="109">
                  <c:v>11</c:v>
                </c:pt>
                <c:pt idx="110">
                  <c:v>10</c:v>
                </c:pt>
                <c:pt idx="111">
                  <c:v>-25</c:v>
                </c:pt>
                <c:pt idx="112">
                  <c:v>1</c:v>
                </c:pt>
                <c:pt idx="113">
                  <c:v>21</c:v>
                </c:pt>
                <c:pt idx="114">
                  <c:v>-45</c:v>
                </c:pt>
                <c:pt idx="115">
                  <c:v>6</c:v>
                </c:pt>
                <c:pt idx="116">
                  <c:v>-7</c:v>
                </c:pt>
                <c:pt idx="117">
                  <c:v>-13</c:v>
                </c:pt>
                <c:pt idx="118">
                  <c:v>-12</c:v>
                </c:pt>
                <c:pt idx="119">
                  <c:v>-37</c:v>
                </c:pt>
                <c:pt idx="120">
                  <c:v>11</c:v>
                </c:pt>
                <c:pt idx="121">
                  <c:v>-17</c:v>
                </c:pt>
                <c:pt idx="122">
                  <c:v>-18</c:v>
                </c:pt>
                <c:pt idx="123">
                  <c:v>-4</c:v>
                </c:pt>
                <c:pt idx="124">
                  <c:v>3</c:v>
                </c:pt>
                <c:pt idx="125">
                  <c:v>-3</c:v>
                </c:pt>
                <c:pt idx="126">
                  <c:v>7</c:v>
                </c:pt>
                <c:pt idx="127">
                  <c:v>4</c:v>
                </c:pt>
                <c:pt idx="128">
                  <c:v>21</c:v>
                </c:pt>
                <c:pt idx="129">
                  <c:v>-31</c:v>
                </c:pt>
                <c:pt idx="130">
                  <c:v>7</c:v>
                </c:pt>
                <c:pt idx="131">
                  <c:v>3</c:v>
                </c:pt>
                <c:pt idx="132">
                  <c:v>-3</c:v>
                </c:pt>
                <c:pt idx="133">
                  <c:v>16</c:v>
                </c:pt>
                <c:pt idx="134">
                  <c:v>15</c:v>
                </c:pt>
                <c:pt idx="135">
                  <c:v>-34</c:v>
                </c:pt>
                <c:pt idx="136">
                  <c:v>8</c:v>
                </c:pt>
                <c:pt idx="137">
                  <c:v>8</c:v>
                </c:pt>
                <c:pt idx="138">
                  <c:v>14</c:v>
                </c:pt>
                <c:pt idx="139">
                  <c:v>11</c:v>
                </c:pt>
                <c:pt idx="140">
                  <c:v>11</c:v>
                </c:pt>
                <c:pt idx="141">
                  <c:v>-10</c:v>
                </c:pt>
                <c:pt idx="142">
                  <c:v>-2</c:v>
                </c:pt>
                <c:pt idx="143">
                  <c:v>-24</c:v>
                </c:pt>
                <c:pt idx="144">
                  <c:v>8</c:v>
                </c:pt>
                <c:pt idx="145">
                  <c:v>-14</c:v>
                </c:pt>
                <c:pt idx="146">
                  <c:v>3</c:v>
                </c:pt>
                <c:pt idx="147">
                  <c:v>-3</c:v>
                </c:pt>
                <c:pt idx="148">
                  <c:v>-10</c:v>
                </c:pt>
                <c:pt idx="149">
                  <c:v>46</c:v>
                </c:pt>
                <c:pt idx="150">
                  <c:v>-13</c:v>
                </c:pt>
                <c:pt idx="151">
                  <c:v>-7</c:v>
                </c:pt>
                <c:pt idx="152">
                  <c:v>-3</c:v>
                </c:pt>
                <c:pt idx="153">
                  <c:v>-7</c:v>
                </c:pt>
                <c:pt idx="154">
                  <c:v>24</c:v>
                </c:pt>
                <c:pt idx="155">
                  <c:v>-5</c:v>
                </c:pt>
                <c:pt idx="156">
                  <c:v>6</c:v>
                </c:pt>
                <c:pt idx="157">
                  <c:v>4</c:v>
                </c:pt>
                <c:pt idx="158">
                  <c:v>-7</c:v>
                </c:pt>
                <c:pt idx="159">
                  <c:v>-14</c:v>
                </c:pt>
                <c:pt idx="160">
                  <c:v>11</c:v>
                </c:pt>
                <c:pt idx="161">
                  <c:v>-31</c:v>
                </c:pt>
                <c:pt idx="162">
                  <c:v>18</c:v>
                </c:pt>
                <c:pt idx="163">
                  <c:v>-22</c:v>
                </c:pt>
                <c:pt idx="164">
                  <c:v>-3</c:v>
                </c:pt>
                <c:pt idx="165">
                  <c:v>-10</c:v>
                </c:pt>
                <c:pt idx="166">
                  <c:v>24</c:v>
                </c:pt>
                <c:pt idx="167">
                  <c:v>25</c:v>
                </c:pt>
                <c:pt idx="168">
                  <c:v>3</c:v>
                </c:pt>
                <c:pt idx="169">
                  <c:v>5</c:v>
                </c:pt>
                <c:pt idx="170">
                  <c:v>-29</c:v>
                </c:pt>
                <c:pt idx="171">
                  <c:v>-6</c:v>
                </c:pt>
                <c:pt idx="172">
                  <c:v>6</c:v>
                </c:pt>
                <c:pt idx="173">
                  <c:v>-18</c:v>
                </c:pt>
                <c:pt idx="174">
                  <c:v>-3</c:v>
                </c:pt>
                <c:pt idx="175">
                  <c:v>-3</c:v>
                </c:pt>
                <c:pt idx="176">
                  <c:v>-10</c:v>
                </c:pt>
                <c:pt idx="177">
                  <c:v>-12</c:v>
                </c:pt>
                <c:pt idx="178">
                  <c:v>1</c:v>
                </c:pt>
                <c:pt idx="179">
                  <c:v>-32</c:v>
                </c:pt>
                <c:pt idx="180">
                  <c:v>-8</c:v>
                </c:pt>
                <c:pt idx="181">
                  <c:v>-3</c:v>
                </c:pt>
                <c:pt idx="182">
                  <c:v>27</c:v>
                </c:pt>
                <c:pt idx="183">
                  <c:v>14</c:v>
                </c:pt>
                <c:pt idx="184">
                  <c:v>4</c:v>
                </c:pt>
                <c:pt idx="185">
                  <c:v>-17</c:v>
                </c:pt>
                <c:pt idx="186">
                  <c:v>4</c:v>
                </c:pt>
                <c:pt idx="187">
                  <c:v>-6</c:v>
                </c:pt>
                <c:pt idx="188">
                  <c:v>-14</c:v>
                </c:pt>
                <c:pt idx="189">
                  <c:v>5</c:v>
                </c:pt>
                <c:pt idx="190">
                  <c:v>-14</c:v>
                </c:pt>
                <c:pt idx="191">
                  <c:v>3</c:v>
                </c:pt>
                <c:pt idx="192">
                  <c:v>-8</c:v>
                </c:pt>
                <c:pt idx="193">
                  <c:v>-31</c:v>
                </c:pt>
                <c:pt idx="194">
                  <c:v>1</c:v>
                </c:pt>
                <c:pt idx="195">
                  <c:v>-21</c:v>
                </c:pt>
                <c:pt idx="196">
                  <c:v>3</c:v>
                </c:pt>
                <c:pt idx="197">
                  <c:v>-31</c:v>
                </c:pt>
                <c:pt idx="198">
                  <c:v>-21</c:v>
                </c:pt>
                <c:pt idx="199">
                  <c:v>6</c:v>
                </c:pt>
                <c:pt idx="200">
                  <c:v>-9</c:v>
                </c:pt>
                <c:pt idx="201">
                  <c:v>-14</c:v>
                </c:pt>
                <c:pt idx="202">
                  <c:v>-21</c:v>
                </c:pt>
                <c:pt idx="203">
                  <c:v>20</c:v>
                </c:pt>
                <c:pt idx="204">
                  <c:v>6</c:v>
                </c:pt>
                <c:pt idx="205">
                  <c:v>-34</c:v>
                </c:pt>
                <c:pt idx="206">
                  <c:v>24</c:v>
                </c:pt>
                <c:pt idx="207">
                  <c:v>20</c:v>
                </c:pt>
                <c:pt idx="208">
                  <c:v>-18</c:v>
                </c:pt>
                <c:pt idx="209">
                  <c:v>-7</c:v>
                </c:pt>
                <c:pt idx="210">
                  <c:v>-7</c:v>
                </c:pt>
                <c:pt idx="211">
                  <c:v>-34</c:v>
                </c:pt>
                <c:pt idx="212">
                  <c:v>-6</c:v>
                </c:pt>
                <c:pt idx="213">
                  <c:v>-8</c:v>
                </c:pt>
                <c:pt idx="214">
                  <c:v>19</c:v>
                </c:pt>
                <c:pt idx="215">
                  <c:v>7</c:v>
                </c:pt>
                <c:pt idx="216">
                  <c:v>-10</c:v>
                </c:pt>
                <c:pt idx="217">
                  <c:v>-3</c:v>
                </c:pt>
                <c:pt idx="218">
                  <c:v>9</c:v>
                </c:pt>
                <c:pt idx="219">
                  <c:v>7</c:v>
                </c:pt>
                <c:pt idx="220">
                  <c:v>-37</c:v>
                </c:pt>
                <c:pt idx="221">
                  <c:v>4</c:v>
                </c:pt>
                <c:pt idx="222">
                  <c:v>12</c:v>
                </c:pt>
                <c:pt idx="223">
                  <c:v>-7</c:v>
                </c:pt>
                <c:pt idx="224">
                  <c:v>17</c:v>
                </c:pt>
                <c:pt idx="225">
                  <c:v>7</c:v>
                </c:pt>
                <c:pt idx="226">
                  <c:v>-5</c:v>
                </c:pt>
                <c:pt idx="227">
                  <c:v>-28</c:v>
                </c:pt>
                <c:pt idx="228">
                  <c:v>-23</c:v>
                </c:pt>
                <c:pt idx="229">
                  <c:v>-5</c:v>
                </c:pt>
                <c:pt idx="230">
                  <c:v>-21</c:v>
                </c:pt>
                <c:pt idx="231">
                  <c:v>17</c:v>
                </c:pt>
                <c:pt idx="232">
                  <c:v>-38</c:v>
                </c:pt>
                <c:pt idx="233">
                  <c:v>15</c:v>
                </c:pt>
                <c:pt idx="234">
                  <c:v>11</c:v>
                </c:pt>
                <c:pt idx="235">
                  <c:v>-3</c:v>
                </c:pt>
                <c:pt idx="236">
                  <c:v>-21</c:v>
                </c:pt>
                <c:pt idx="237">
                  <c:v>-4</c:v>
                </c:pt>
                <c:pt idx="238">
                  <c:v>-2</c:v>
                </c:pt>
                <c:pt idx="239">
                  <c:v>-20</c:v>
                </c:pt>
                <c:pt idx="240">
                  <c:v>3</c:v>
                </c:pt>
                <c:pt idx="241">
                  <c:v>-8</c:v>
                </c:pt>
                <c:pt idx="242">
                  <c:v>8</c:v>
                </c:pt>
                <c:pt idx="243">
                  <c:v>13</c:v>
                </c:pt>
                <c:pt idx="244">
                  <c:v>-21</c:v>
                </c:pt>
                <c:pt idx="245">
                  <c:v>-21</c:v>
                </c:pt>
                <c:pt idx="246">
                  <c:v>-14</c:v>
                </c:pt>
                <c:pt idx="247">
                  <c:v>-8</c:v>
                </c:pt>
                <c:pt idx="248">
                  <c:v>-6</c:v>
                </c:pt>
                <c:pt idx="249">
                  <c:v>-3</c:v>
                </c:pt>
                <c:pt idx="250">
                  <c:v>-13</c:v>
                </c:pt>
                <c:pt idx="251">
                  <c:v>6</c:v>
                </c:pt>
                <c:pt idx="252">
                  <c:v>-3</c:v>
                </c:pt>
                <c:pt idx="253">
                  <c:v>13</c:v>
                </c:pt>
                <c:pt idx="254">
                  <c:v>-29</c:v>
                </c:pt>
                <c:pt idx="255">
                  <c:v>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711-4E97-BC39-1058E7489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695168"/>
        <c:axId val="97007104"/>
      </c:scatterChart>
      <c:valAx>
        <c:axId val="92695168"/>
        <c:scaling>
          <c:orientation val="minMax"/>
          <c:max val="25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Vegas Spread (AT-HT)</a:t>
                </a:r>
              </a:p>
            </c:rich>
          </c:tx>
          <c:layout>
            <c:manualLayout>
              <c:xMode val="edge"/>
              <c:yMode val="edge"/>
              <c:x val="0.4450610432852386"/>
              <c:y val="0.9445350734094616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7007104"/>
        <c:crossesAt val="-60"/>
        <c:crossBetween val="midCat"/>
      </c:valAx>
      <c:valAx>
        <c:axId val="97007104"/>
        <c:scaling>
          <c:orientation val="minMax"/>
          <c:max val="60"/>
          <c:min val="-60"/>
        </c:scaling>
        <c:delete val="0"/>
        <c:axPos val="l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Actual (AT-HT)</a:t>
                </a:r>
              </a:p>
            </c:rich>
          </c:tx>
          <c:layout>
            <c:manualLayout>
              <c:xMode val="edge"/>
              <c:yMode val="edge"/>
              <c:x val="1.2208657047724751E-2"/>
              <c:y val="0.43230016313213737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2695168"/>
        <c:crossesAt val="-60"/>
        <c:crossBetween val="midCat"/>
        <c:majorUnit val="5"/>
      </c:valAx>
      <c:spPr>
        <a:solidFill>
          <a:srgbClr val="FF660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00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OLS Residuals vs Fitted Values</a:t>
            </a:r>
          </a:p>
        </c:rich>
      </c:tx>
      <c:layout>
        <c:manualLayout>
          <c:xMode val="edge"/>
          <c:yMode val="edge"/>
          <c:x val="0.29633740288568272"/>
          <c:y val="1.9575856443719425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1032186459489471E-2"/>
          <c:y val="0.14518760195758565"/>
          <c:w val="0.90566037735849103"/>
          <c:h val="0.7487765089722672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Sheet2!$T$1</c:f>
              <c:strCache>
                <c:ptCount val="1"/>
                <c:pt idx="0">
                  <c:v>e(ols)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Sheet2!$S$2:$S$177</c:f>
              <c:numCache>
                <c:formatCode>General</c:formatCode>
                <c:ptCount val="176"/>
                <c:pt idx="0">
                  <c:v>-7.2076924999999994</c:v>
                </c:pt>
                <c:pt idx="1">
                  <c:v>-2.8966564999999993</c:v>
                </c:pt>
                <c:pt idx="2">
                  <c:v>-1.2800180000000001</c:v>
                </c:pt>
                <c:pt idx="3">
                  <c:v>3.5698974999999993</c:v>
                </c:pt>
                <c:pt idx="4">
                  <c:v>-3.4355359999999995</c:v>
                </c:pt>
                <c:pt idx="5">
                  <c:v>-2.8966564999999993</c:v>
                </c:pt>
                <c:pt idx="6">
                  <c:v>7.3420539999999983</c:v>
                </c:pt>
                <c:pt idx="7">
                  <c:v>2.4921384999999994</c:v>
                </c:pt>
                <c:pt idx="8">
                  <c:v>4.6476564999999992</c:v>
                </c:pt>
                <c:pt idx="9">
                  <c:v>-7.7465719999999987</c:v>
                </c:pt>
                <c:pt idx="10">
                  <c:v>-6.1299334999999981</c:v>
                </c:pt>
                <c:pt idx="11">
                  <c:v>-1.8188974999999998</c:v>
                </c:pt>
                <c:pt idx="12">
                  <c:v>-6.6688129999999974</c:v>
                </c:pt>
                <c:pt idx="13">
                  <c:v>-6.1299334999999981</c:v>
                </c:pt>
                <c:pt idx="14">
                  <c:v>-2.8966564999999993</c:v>
                </c:pt>
                <c:pt idx="15">
                  <c:v>-3.9744154999999992</c:v>
                </c:pt>
                <c:pt idx="16">
                  <c:v>-12.057608000000002</c:v>
                </c:pt>
                <c:pt idx="17">
                  <c:v>-10.4409695</c:v>
                </c:pt>
                <c:pt idx="18">
                  <c:v>7.3420539999999983</c:v>
                </c:pt>
                <c:pt idx="19">
                  <c:v>-2.357777</c:v>
                </c:pt>
                <c:pt idx="20">
                  <c:v>-7.7465719999999987</c:v>
                </c:pt>
                <c:pt idx="21">
                  <c:v>8.4198130000000013</c:v>
                </c:pt>
                <c:pt idx="22">
                  <c:v>3.0310179999999991</c:v>
                </c:pt>
                <c:pt idx="23">
                  <c:v>-3.4355359999999995</c:v>
                </c:pt>
                <c:pt idx="24">
                  <c:v>3.0310179999999991</c:v>
                </c:pt>
                <c:pt idx="25">
                  <c:v>-3.4355359999999995</c:v>
                </c:pt>
                <c:pt idx="26">
                  <c:v>2.4921384999999994</c:v>
                </c:pt>
                <c:pt idx="27">
                  <c:v>-14.213125999999999</c:v>
                </c:pt>
                <c:pt idx="28">
                  <c:v>-12.057608000000002</c:v>
                </c:pt>
                <c:pt idx="29">
                  <c:v>-10.979849000000002</c:v>
                </c:pt>
                <c:pt idx="30">
                  <c:v>-4.5132949999999985</c:v>
                </c:pt>
                <c:pt idx="31">
                  <c:v>-7.7465719999999987</c:v>
                </c:pt>
                <c:pt idx="32">
                  <c:v>-8.2854515000000024</c:v>
                </c:pt>
                <c:pt idx="33">
                  <c:v>-16.368643999999996</c:v>
                </c:pt>
                <c:pt idx="34">
                  <c:v>-7.2076924999999994</c:v>
                </c:pt>
                <c:pt idx="35">
                  <c:v>5.1865359999999994</c:v>
                </c:pt>
                <c:pt idx="36">
                  <c:v>-3.4355359999999995</c:v>
                </c:pt>
                <c:pt idx="37">
                  <c:v>-2.8966564999999993</c:v>
                </c:pt>
                <c:pt idx="38">
                  <c:v>3.5698974999999993</c:v>
                </c:pt>
                <c:pt idx="39">
                  <c:v>-9.9020900000000029</c:v>
                </c:pt>
                <c:pt idx="40">
                  <c:v>-4.5132949999999985</c:v>
                </c:pt>
                <c:pt idx="41">
                  <c:v>-3.4355359999999995</c:v>
                </c:pt>
                <c:pt idx="42">
                  <c:v>-3.4355359999999995</c:v>
                </c:pt>
                <c:pt idx="43">
                  <c:v>-3.4355359999999995</c:v>
                </c:pt>
                <c:pt idx="44">
                  <c:v>4.108776999999999</c:v>
                </c:pt>
                <c:pt idx="45">
                  <c:v>-4.5132949999999985</c:v>
                </c:pt>
                <c:pt idx="46">
                  <c:v>-3.4355359999999995</c:v>
                </c:pt>
                <c:pt idx="47">
                  <c:v>-5.5910539999999997</c:v>
                </c:pt>
                <c:pt idx="48">
                  <c:v>4.6476564999999992</c:v>
                </c:pt>
                <c:pt idx="49">
                  <c:v>2.4921384999999994</c:v>
                </c:pt>
                <c:pt idx="50">
                  <c:v>-0.20225899999999999</c:v>
                </c:pt>
                <c:pt idx="51">
                  <c:v>2.4921384999999994</c:v>
                </c:pt>
                <c:pt idx="52">
                  <c:v>3.0310179999999991</c:v>
                </c:pt>
                <c:pt idx="53">
                  <c:v>-4.5132949999999985</c:v>
                </c:pt>
                <c:pt idx="54">
                  <c:v>-13.135367</c:v>
                </c:pt>
                <c:pt idx="55">
                  <c:v>-0.20225899999999999</c:v>
                </c:pt>
                <c:pt idx="56">
                  <c:v>-3.9744154999999992</c:v>
                </c:pt>
                <c:pt idx="57">
                  <c:v>-10.979849000000002</c:v>
                </c:pt>
                <c:pt idx="58">
                  <c:v>-15.290885000000001</c:v>
                </c:pt>
                <c:pt idx="59">
                  <c:v>4.6476564999999992</c:v>
                </c:pt>
                <c:pt idx="60">
                  <c:v>2.4921384999999994</c:v>
                </c:pt>
                <c:pt idx="61">
                  <c:v>7.3420539999999983</c:v>
                </c:pt>
                <c:pt idx="62">
                  <c:v>3.5698974999999993</c:v>
                </c:pt>
                <c:pt idx="63">
                  <c:v>-8.8243310000000008</c:v>
                </c:pt>
                <c:pt idx="64">
                  <c:v>-3.4355359999999995</c:v>
                </c:pt>
                <c:pt idx="65">
                  <c:v>-18.524162</c:v>
                </c:pt>
                <c:pt idx="66">
                  <c:v>-3.9744154999999992</c:v>
                </c:pt>
                <c:pt idx="67">
                  <c:v>2.4921384999999994</c:v>
                </c:pt>
                <c:pt idx="68">
                  <c:v>-6.1299334999999981</c:v>
                </c:pt>
                <c:pt idx="69">
                  <c:v>-3.4355359999999995</c:v>
                </c:pt>
                <c:pt idx="70">
                  <c:v>-6.6688129999999974</c:v>
                </c:pt>
                <c:pt idx="71">
                  <c:v>-10.979849000000002</c:v>
                </c:pt>
                <c:pt idx="72">
                  <c:v>3.0310179999999991</c:v>
                </c:pt>
                <c:pt idx="73">
                  <c:v>-0.20225899999999999</c:v>
                </c:pt>
                <c:pt idx="74">
                  <c:v>-3.9744154999999992</c:v>
                </c:pt>
                <c:pt idx="75">
                  <c:v>10.575331</c:v>
                </c:pt>
                <c:pt idx="76">
                  <c:v>3.0310179999999991</c:v>
                </c:pt>
                <c:pt idx="77">
                  <c:v>-7.7465719999999987</c:v>
                </c:pt>
                <c:pt idx="78">
                  <c:v>-5.5910539999999997</c:v>
                </c:pt>
                <c:pt idx="79">
                  <c:v>-6.6688129999999974</c:v>
                </c:pt>
                <c:pt idx="80">
                  <c:v>3.0310179999999991</c:v>
                </c:pt>
                <c:pt idx="81">
                  <c:v>-10.979849000000002</c:v>
                </c:pt>
                <c:pt idx="82">
                  <c:v>-3.4355359999999995</c:v>
                </c:pt>
                <c:pt idx="83">
                  <c:v>-3.4355359999999995</c:v>
                </c:pt>
                <c:pt idx="84">
                  <c:v>-3.9744154999999992</c:v>
                </c:pt>
                <c:pt idx="85">
                  <c:v>4.108776999999999</c:v>
                </c:pt>
                <c:pt idx="86">
                  <c:v>-11.518728499999998</c:v>
                </c:pt>
                <c:pt idx="87">
                  <c:v>-7.7465719999999987</c:v>
                </c:pt>
                <c:pt idx="88">
                  <c:v>3.5698974999999993</c:v>
                </c:pt>
                <c:pt idx="89">
                  <c:v>-6.6688129999999974</c:v>
                </c:pt>
                <c:pt idx="90">
                  <c:v>-9.9020900000000029</c:v>
                </c:pt>
                <c:pt idx="91">
                  <c:v>3.0310179999999991</c:v>
                </c:pt>
                <c:pt idx="92">
                  <c:v>-10.4409695</c:v>
                </c:pt>
                <c:pt idx="93">
                  <c:v>15.964126</c:v>
                </c:pt>
                <c:pt idx="94">
                  <c:v>-10.4409695</c:v>
                </c:pt>
                <c:pt idx="95">
                  <c:v>-2.357777</c:v>
                </c:pt>
                <c:pt idx="96">
                  <c:v>0.87549999999999994</c:v>
                </c:pt>
                <c:pt idx="97">
                  <c:v>-3.4355359999999995</c:v>
                </c:pt>
                <c:pt idx="98">
                  <c:v>-6.6688129999999974</c:v>
                </c:pt>
                <c:pt idx="99">
                  <c:v>-6.1299334999999981</c:v>
                </c:pt>
                <c:pt idx="100">
                  <c:v>-9.9020900000000029</c:v>
                </c:pt>
                <c:pt idx="101">
                  <c:v>3.5698974999999993</c:v>
                </c:pt>
                <c:pt idx="102">
                  <c:v>3.0310179999999991</c:v>
                </c:pt>
                <c:pt idx="103">
                  <c:v>3.0310179999999991</c:v>
                </c:pt>
                <c:pt idx="104">
                  <c:v>-5.5910539999999997</c:v>
                </c:pt>
                <c:pt idx="105">
                  <c:v>6.2642949999999988</c:v>
                </c:pt>
                <c:pt idx="106">
                  <c:v>10.0364515</c:v>
                </c:pt>
                <c:pt idx="107">
                  <c:v>-7.7465719999999987</c:v>
                </c:pt>
                <c:pt idx="108">
                  <c:v>-0.20225899999999999</c:v>
                </c:pt>
                <c:pt idx="109">
                  <c:v>3.0310179999999991</c:v>
                </c:pt>
                <c:pt idx="110">
                  <c:v>-3.4355359999999995</c:v>
                </c:pt>
                <c:pt idx="111">
                  <c:v>-12.596487500000002</c:v>
                </c:pt>
                <c:pt idx="112">
                  <c:v>-5.5910539999999997</c:v>
                </c:pt>
                <c:pt idx="113">
                  <c:v>3.0310179999999991</c:v>
                </c:pt>
                <c:pt idx="114">
                  <c:v>-17.985282499999993</c:v>
                </c:pt>
                <c:pt idx="115">
                  <c:v>-3.4355359999999995</c:v>
                </c:pt>
                <c:pt idx="116">
                  <c:v>-3.9744154999999992</c:v>
                </c:pt>
                <c:pt idx="117">
                  <c:v>-5.0521744999999987</c:v>
                </c:pt>
                <c:pt idx="118">
                  <c:v>-2.357777</c:v>
                </c:pt>
                <c:pt idx="119">
                  <c:v>-3.4355359999999995</c:v>
                </c:pt>
                <c:pt idx="120">
                  <c:v>-2.8966564999999993</c:v>
                </c:pt>
                <c:pt idx="121">
                  <c:v>-3.9744154999999992</c:v>
                </c:pt>
                <c:pt idx="122">
                  <c:v>8.4198130000000013</c:v>
                </c:pt>
                <c:pt idx="123">
                  <c:v>-3.4355359999999995</c:v>
                </c:pt>
                <c:pt idx="124">
                  <c:v>3.5698974999999993</c:v>
                </c:pt>
                <c:pt idx="125">
                  <c:v>-0.20225899999999999</c:v>
                </c:pt>
                <c:pt idx="126">
                  <c:v>-3.4355359999999995</c:v>
                </c:pt>
                <c:pt idx="127">
                  <c:v>3.0310179999999991</c:v>
                </c:pt>
                <c:pt idx="128">
                  <c:v>3.0310179999999991</c:v>
                </c:pt>
                <c:pt idx="129">
                  <c:v>-8.2854515000000024</c:v>
                </c:pt>
                <c:pt idx="130">
                  <c:v>-5.0521744999999987</c:v>
                </c:pt>
                <c:pt idx="131">
                  <c:v>3.0310179999999991</c:v>
                </c:pt>
                <c:pt idx="132">
                  <c:v>-11.518728499999998</c:v>
                </c:pt>
                <c:pt idx="133">
                  <c:v>-4.5132949999999985</c:v>
                </c:pt>
                <c:pt idx="134">
                  <c:v>-5.0521744999999987</c:v>
                </c:pt>
                <c:pt idx="135">
                  <c:v>-7.2076924999999994</c:v>
                </c:pt>
                <c:pt idx="136">
                  <c:v>-3.4355359999999995</c:v>
                </c:pt>
                <c:pt idx="137">
                  <c:v>-13.135367</c:v>
                </c:pt>
                <c:pt idx="138">
                  <c:v>-5.0521744999999987</c:v>
                </c:pt>
                <c:pt idx="139">
                  <c:v>3.0310179999999991</c:v>
                </c:pt>
                <c:pt idx="140">
                  <c:v>-0.20225899999999999</c:v>
                </c:pt>
                <c:pt idx="141">
                  <c:v>-0.20225899999999999</c:v>
                </c:pt>
                <c:pt idx="142">
                  <c:v>3.0310179999999991</c:v>
                </c:pt>
                <c:pt idx="143">
                  <c:v>-10.979849000000002</c:v>
                </c:pt>
                <c:pt idx="144">
                  <c:v>-3.4355359999999995</c:v>
                </c:pt>
                <c:pt idx="145">
                  <c:v>-10.979849000000002</c:v>
                </c:pt>
                <c:pt idx="146">
                  <c:v>2.4921384999999994</c:v>
                </c:pt>
                <c:pt idx="147">
                  <c:v>-15.829764500000001</c:v>
                </c:pt>
                <c:pt idx="148">
                  <c:v>-12.057608000000002</c:v>
                </c:pt>
                <c:pt idx="149">
                  <c:v>17.041884999999997</c:v>
                </c:pt>
                <c:pt idx="150">
                  <c:v>1.9532590000000001</c:v>
                </c:pt>
                <c:pt idx="151">
                  <c:v>-6.6688129999999974</c:v>
                </c:pt>
                <c:pt idx="152">
                  <c:v>9.4975720000000017</c:v>
                </c:pt>
                <c:pt idx="153">
                  <c:v>-3.4355359999999995</c:v>
                </c:pt>
                <c:pt idx="154">
                  <c:v>3.0310179999999991</c:v>
                </c:pt>
                <c:pt idx="155">
                  <c:v>-12.596487500000002</c:v>
                </c:pt>
                <c:pt idx="156">
                  <c:v>-0.20225899999999999</c:v>
                </c:pt>
                <c:pt idx="157">
                  <c:v>2.4921384999999994</c:v>
                </c:pt>
                <c:pt idx="158">
                  <c:v>-6.1299334999999981</c:v>
                </c:pt>
                <c:pt idx="159">
                  <c:v>-3.4355359999999995</c:v>
                </c:pt>
                <c:pt idx="160">
                  <c:v>3.5698974999999993</c:v>
                </c:pt>
                <c:pt idx="161">
                  <c:v>-14.752005500000001</c:v>
                </c:pt>
                <c:pt idx="162">
                  <c:v>12.191969499999999</c:v>
                </c:pt>
                <c:pt idx="163">
                  <c:v>-8.2854515000000024</c:v>
                </c:pt>
                <c:pt idx="164">
                  <c:v>-2.357777</c:v>
                </c:pt>
                <c:pt idx="165">
                  <c:v>-4.5132949999999985</c:v>
                </c:pt>
                <c:pt idx="166">
                  <c:v>-8.2854515000000024</c:v>
                </c:pt>
                <c:pt idx="167">
                  <c:v>3.0310179999999991</c:v>
                </c:pt>
                <c:pt idx="168">
                  <c:v>-6.6688129999999974</c:v>
                </c:pt>
                <c:pt idx="169">
                  <c:v>3.0310179999999991</c:v>
                </c:pt>
                <c:pt idx="170">
                  <c:v>0.87549999999999994</c:v>
                </c:pt>
                <c:pt idx="171">
                  <c:v>-3.4355359999999995</c:v>
                </c:pt>
                <c:pt idx="172">
                  <c:v>-11.518728499999998</c:v>
                </c:pt>
                <c:pt idx="173">
                  <c:v>-10.4409695</c:v>
                </c:pt>
                <c:pt idx="174">
                  <c:v>-23.912956999999999</c:v>
                </c:pt>
                <c:pt idx="175">
                  <c:v>-17.446402999999997</c:v>
                </c:pt>
              </c:numCache>
            </c:numRef>
          </c:xVal>
          <c:yVal>
            <c:numRef>
              <c:f>Sheet2!$T$2:$T$177</c:f>
              <c:numCache>
                <c:formatCode>General</c:formatCode>
                <c:ptCount val="176"/>
                <c:pt idx="0">
                  <c:v>-23.792307499999996</c:v>
                </c:pt>
                <c:pt idx="1">
                  <c:v>-18.103343499999998</c:v>
                </c:pt>
                <c:pt idx="2">
                  <c:v>15.280017999999998</c:v>
                </c:pt>
                <c:pt idx="3">
                  <c:v>-2.5698974999999993</c:v>
                </c:pt>
                <c:pt idx="4">
                  <c:v>-13.564464000000003</c:v>
                </c:pt>
                <c:pt idx="5">
                  <c:v>-0.10334349999999981</c:v>
                </c:pt>
                <c:pt idx="6">
                  <c:v>16.657946000000006</c:v>
                </c:pt>
                <c:pt idx="7">
                  <c:v>-5.4921384999999985</c:v>
                </c:pt>
                <c:pt idx="8">
                  <c:v>22.352343499999996</c:v>
                </c:pt>
                <c:pt idx="9">
                  <c:v>10.746571999999999</c:v>
                </c:pt>
                <c:pt idx="10">
                  <c:v>-4.870066500000001</c:v>
                </c:pt>
                <c:pt idx="11">
                  <c:v>16.818897500000002</c:v>
                </c:pt>
                <c:pt idx="12">
                  <c:v>-7.3311870000000008</c:v>
                </c:pt>
                <c:pt idx="13">
                  <c:v>-3.8700665000000005</c:v>
                </c:pt>
                <c:pt idx="14">
                  <c:v>-4.1033434999999994</c:v>
                </c:pt>
                <c:pt idx="15">
                  <c:v>0.97441549999999966</c:v>
                </c:pt>
                <c:pt idx="16">
                  <c:v>6.0576079999999974</c:v>
                </c:pt>
                <c:pt idx="17">
                  <c:v>-12.559030500000002</c:v>
                </c:pt>
                <c:pt idx="18">
                  <c:v>-13.342054000000001</c:v>
                </c:pt>
                <c:pt idx="19">
                  <c:v>24.357776999999999</c:v>
                </c:pt>
                <c:pt idx="20">
                  <c:v>20.746571999999997</c:v>
                </c:pt>
                <c:pt idx="21">
                  <c:v>-6.4198129999999995</c:v>
                </c:pt>
                <c:pt idx="22">
                  <c:v>-20.031018000000003</c:v>
                </c:pt>
                <c:pt idx="23">
                  <c:v>4.435535999999999</c:v>
                </c:pt>
                <c:pt idx="24">
                  <c:v>13.968982</c:v>
                </c:pt>
                <c:pt idx="25">
                  <c:v>0.43553599999999998</c:v>
                </c:pt>
                <c:pt idx="26">
                  <c:v>-5.4921384999999985</c:v>
                </c:pt>
                <c:pt idx="27">
                  <c:v>4.2131259999999982</c:v>
                </c:pt>
                <c:pt idx="28">
                  <c:v>5.0576079999999974</c:v>
                </c:pt>
                <c:pt idx="29">
                  <c:v>7.9798490000000006</c:v>
                </c:pt>
                <c:pt idx="30">
                  <c:v>-19.486704999999997</c:v>
                </c:pt>
                <c:pt idx="31">
                  <c:v>15.746571999999999</c:v>
                </c:pt>
                <c:pt idx="32">
                  <c:v>5.2854514999999989</c:v>
                </c:pt>
                <c:pt idx="33">
                  <c:v>-14.631355999999998</c:v>
                </c:pt>
                <c:pt idx="34">
                  <c:v>-27.792307499999996</c:v>
                </c:pt>
                <c:pt idx="35">
                  <c:v>0.81346399999999952</c:v>
                </c:pt>
                <c:pt idx="36">
                  <c:v>0.43553599999999998</c:v>
                </c:pt>
                <c:pt idx="37">
                  <c:v>-0.10334349999999981</c:v>
                </c:pt>
                <c:pt idx="38">
                  <c:v>-10.569897500000002</c:v>
                </c:pt>
                <c:pt idx="39">
                  <c:v>-11.097910000000001</c:v>
                </c:pt>
                <c:pt idx="40">
                  <c:v>-16.486704999999997</c:v>
                </c:pt>
                <c:pt idx="41">
                  <c:v>0.43553599999999998</c:v>
                </c:pt>
                <c:pt idx="42">
                  <c:v>1.4355359999999997</c:v>
                </c:pt>
                <c:pt idx="43">
                  <c:v>12.435536000000003</c:v>
                </c:pt>
                <c:pt idx="44">
                  <c:v>2.8912229999999997</c:v>
                </c:pt>
                <c:pt idx="45">
                  <c:v>11.513295000000001</c:v>
                </c:pt>
                <c:pt idx="46">
                  <c:v>27.435535999999995</c:v>
                </c:pt>
                <c:pt idx="47">
                  <c:v>22.591054000000003</c:v>
                </c:pt>
                <c:pt idx="48">
                  <c:v>-18.6476565</c:v>
                </c:pt>
                <c:pt idx="49">
                  <c:v>-12.492138500000001</c:v>
                </c:pt>
                <c:pt idx="50">
                  <c:v>7.2022589999999997</c:v>
                </c:pt>
                <c:pt idx="51">
                  <c:v>-12.492138500000001</c:v>
                </c:pt>
                <c:pt idx="52">
                  <c:v>-6.0310179999999995</c:v>
                </c:pt>
                <c:pt idx="53">
                  <c:v>22.513294999999999</c:v>
                </c:pt>
                <c:pt idx="54">
                  <c:v>-14.864633000000003</c:v>
                </c:pt>
                <c:pt idx="55">
                  <c:v>20.202259000000002</c:v>
                </c:pt>
                <c:pt idx="56">
                  <c:v>16.974415499999999</c:v>
                </c:pt>
                <c:pt idx="57">
                  <c:v>-7.0201509999999994</c:v>
                </c:pt>
                <c:pt idx="58">
                  <c:v>29.290884999999996</c:v>
                </c:pt>
                <c:pt idx="59">
                  <c:v>-11.6476565</c:v>
                </c:pt>
                <c:pt idx="60">
                  <c:v>-15.492138500000001</c:v>
                </c:pt>
                <c:pt idx="61">
                  <c:v>13.657946000000003</c:v>
                </c:pt>
                <c:pt idx="62">
                  <c:v>-0.56989749999999939</c:v>
                </c:pt>
                <c:pt idx="63">
                  <c:v>1.824330999999999</c:v>
                </c:pt>
                <c:pt idx="64">
                  <c:v>6.435535999999999</c:v>
                </c:pt>
                <c:pt idx="65">
                  <c:v>1.5241620000000005</c:v>
                </c:pt>
                <c:pt idx="66">
                  <c:v>-27.025584499999997</c:v>
                </c:pt>
                <c:pt idx="67">
                  <c:v>7.5078615000000006</c:v>
                </c:pt>
                <c:pt idx="68">
                  <c:v>3.129933499999999</c:v>
                </c:pt>
                <c:pt idx="69">
                  <c:v>-7.5644639999999992</c:v>
                </c:pt>
                <c:pt idx="70">
                  <c:v>-14.331187</c:v>
                </c:pt>
                <c:pt idx="71">
                  <c:v>-8.0201509999999985</c:v>
                </c:pt>
                <c:pt idx="72">
                  <c:v>-1.0310179999999995</c:v>
                </c:pt>
                <c:pt idx="73">
                  <c:v>38.202259000000012</c:v>
                </c:pt>
                <c:pt idx="74">
                  <c:v>10.974415500000001</c:v>
                </c:pt>
                <c:pt idx="75">
                  <c:v>-9.5753310000000003</c:v>
                </c:pt>
                <c:pt idx="76">
                  <c:v>-10.031017999999998</c:v>
                </c:pt>
                <c:pt idx="77">
                  <c:v>-12.253428000000001</c:v>
                </c:pt>
                <c:pt idx="78">
                  <c:v>-4.4089460000000003</c:v>
                </c:pt>
                <c:pt idx="79">
                  <c:v>9.6688129999999983</c:v>
                </c:pt>
                <c:pt idx="80">
                  <c:v>3.9689820000000005</c:v>
                </c:pt>
                <c:pt idx="81">
                  <c:v>-8.0201509999999985</c:v>
                </c:pt>
                <c:pt idx="82">
                  <c:v>0.43553599999999998</c:v>
                </c:pt>
                <c:pt idx="83">
                  <c:v>0.43553599999999998</c:v>
                </c:pt>
                <c:pt idx="84">
                  <c:v>18.974415499999999</c:v>
                </c:pt>
                <c:pt idx="85">
                  <c:v>16.891223</c:v>
                </c:pt>
                <c:pt idx="86">
                  <c:v>-2.4812715000000019</c:v>
                </c:pt>
                <c:pt idx="87">
                  <c:v>18.746571999999997</c:v>
                </c:pt>
                <c:pt idx="88">
                  <c:v>17.430102499999997</c:v>
                </c:pt>
                <c:pt idx="89">
                  <c:v>4.6688129999999974</c:v>
                </c:pt>
                <c:pt idx="90">
                  <c:v>3.9020899999999989</c:v>
                </c:pt>
                <c:pt idx="91">
                  <c:v>-8.0310179999999995</c:v>
                </c:pt>
                <c:pt idx="92">
                  <c:v>0.44096949999999963</c:v>
                </c:pt>
                <c:pt idx="93">
                  <c:v>5.0358740000000015</c:v>
                </c:pt>
                <c:pt idx="94">
                  <c:v>-7.5590304999999995</c:v>
                </c:pt>
                <c:pt idx="95">
                  <c:v>-4.6422229999999995</c:v>
                </c:pt>
                <c:pt idx="96">
                  <c:v>1.1245000000000001</c:v>
                </c:pt>
                <c:pt idx="97">
                  <c:v>5.435535999999999</c:v>
                </c:pt>
                <c:pt idx="98">
                  <c:v>-0.3311870000000009</c:v>
                </c:pt>
                <c:pt idx="99">
                  <c:v>9.1299335000000017</c:v>
                </c:pt>
                <c:pt idx="100">
                  <c:v>-17.097909999999999</c:v>
                </c:pt>
                <c:pt idx="101">
                  <c:v>-6.5698974999999997</c:v>
                </c:pt>
                <c:pt idx="102">
                  <c:v>18.968981999999997</c:v>
                </c:pt>
                <c:pt idx="103">
                  <c:v>3.9689820000000005</c:v>
                </c:pt>
                <c:pt idx="104">
                  <c:v>14.591054</c:v>
                </c:pt>
                <c:pt idx="105">
                  <c:v>17.735704999999996</c:v>
                </c:pt>
                <c:pt idx="106">
                  <c:v>-7.0364515000000001</c:v>
                </c:pt>
                <c:pt idx="107">
                  <c:v>3.7465719999999991</c:v>
                </c:pt>
                <c:pt idx="108">
                  <c:v>7.2022589999999997</c:v>
                </c:pt>
                <c:pt idx="109">
                  <c:v>7.9689820000000005</c:v>
                </c:pt>
                <c:pt idx="110">
                  <c:v>13.435536000000003</c:v>
                </c:pt>
                <c:pt idx="111">
                  <c:v>-12.403512500000003</c:v>
                </c:pt>
                <c:pt idx="112">
                  <c:v>6.5910539999999997</c:v>
                </c:pt>
                <c:pt idx="113">
                  <c:v>17.968981999999997</c:v>
                </c:pt>
                <c:pt idx="114">
                  <c:v>-27.0147175</c:v>
                </c:pt>
                <c:pt idx="115">
                  <c:v>9.4355360000000026</c:v>
                </c:pt>
                <c:pt idx="116">
                  <c:v>-3.0255845000000008</c:v>
                </c:pt>
                <c:pt idx="117">
                  <c:v>-7.9478254999999995</c:v>
                </c:pt>
                <c:pt idx="118">
                  <c:v>-9.6422229999999995</c:v>
                </c:pt>
                <c:pt idx="119">
                  <c:v>-33.564463999999994</c:v>
                </c:pt>
                <c:pt idx="120">
                  <c:v>13.896656500000004</c:v>
                </c:pt>
                <c:pt idx="121">
                  <c:v>-13.025584500000004</c:v>
                </c:pt>
                <c:pt idx="122">
                  <c:v>-26.419812999999994</c:v>
                </c:pt>
                <c:pt idx="123">
                  <c:v>-0.56446400000000008</c:v>
                </c:pt>
                <c:pt idx="124">
                  <c:v>-0.56989749999999939</c:v>
                </c:pt>
                <c:pt idx="125">
                  <c:v>-2.7977409999999998</c:v>
                </c:pt>
                <c:pt idx="126">
                  <c:v>10.435536000000003</c:v>
                </c:pt>
                <c:pt idx="127">
                  <c:v>0.96898200000000045</c:v>
                </c:pt>
                <c:pt idx="128">
                  <c:v>17.968981999999997</c:v>
                </c:pt>
                <c:pt idx="129">
                  <c:v>-22.714548499999999</c:v>
                </c:pt>
                <c:pt idx="130">
                  <c:v>12.052174500000001</c:v>
                </c:pt>
                <c:pt idx="131">
                  <c:v>-3.1017999999999549E-2</c:v>
                </c:pt>
                <c:pt idx="132">
                  <c:v>8.5187284999999981</c:v>
                </c:pt>
                <c:pt idx="133">
                  <c:v>20.513294999999999</c:v>
                </c:pt>
                <c:pt idx="134">
                  <c:v>20.0521745</c:v>
                </c:pt>
                <c:pt idx="135">
                  <c:v>-26.792307499999996</c:v>
                </c:pt>
                <c:pt idx="136">
                  <c:v>11.435536000000003</c:v>
                </c:pt>
                <c:pt idx="137">
                  <c:v>21.135366999999999</c:v>
                </c:pt>
                <c:pt idx="138">
                  <c:v>19.0521745</c:v>
                </c:pt>
                <c:pt idx="139">
                  <c:v>7.9689820000000005</c:v>
                </c:pt>
                <c:pt idx="140">
                  <c:v>11.202259</c:v>
                </c:pt>
                <c:pt idx="141">
                  <c:v>-9.7977409999999985</c:v>
                </c:pt>
                <c:pt idx="142">
                  <c:v>-5.0310179999999995</c:v>
                </c:pt>
                <c:pt idx="143">
                  <c:v>-13.020150999999998</c:v>
                </c:pt>
                <c:pt idx="144">
                  <c:v>11.435536000000003</c:v>
                </c:pt>
                <c:pt idx="145">
                  <c:v>-3.0201510000000007</c:v>
                </c:pt>
                <c:pt idx="146">
                  <c:v>0.50786150000000019</c:v>
                </c:pt>
                <c:pt idx="147">
                  <c:v>12.829764500000001</c:v>
                </c:pt>
                <c:pt idx="148">
                  <c:v>2.0576079999999983</c:v>
                </c:pt>
                <c:pt idx="149">
                  <c:v>28.958115000000003</c:v>
                </c:pt>
                <c:pt idx="150">
                  <c:v>-14.953259000000001</c:v>
                </c:pt>
                <c:pt idx="151">
                  <c:v>-0.3311870000000009</c:v>
                </c:pt>
                <c:pt idx="152">
                  <c:v>-12.497572</c:v>
                </c:pt>
                <c:pt idx="153">
                  <c:v>-3.5644640000000001</c:v>
                </c:pt>
                <c:pt idx="154">
                  <c:v>20.968981999999997</c:v>
                </c:pt>
                <c:pt idx="155">
                  <c:v>7.5964874999999985</c:v>
                </c:pt>
                <c:pt idx="156">
                  <c:v>6.2022589999999997</c:v>
                </c:pt>
                <c:pt idx="157">
                  <c:v>1.5078615</c:v>
                </c:pt>
                <c:pt idx="158">
                  <c:v>-0.87006650000000096</c:v>
                </c:pt>
                <c:pt idx="159">
                  <c:v>-10.564464000000003</c:v>
                </c:pt>
                <c:pt idx="160">
                  <c:v>7.4301025000000003</c:v>
                </c:pt>
                <c:pt idx="161">
                  <c:v>-16.247994500000001</c:v>
                </c:pt>
                <c:pt idx="162">
                  <c:v>5.8080305000000001</c:v>
                </c:pt>
                <c:pt idx="163">
                  <c:v>-13.714548500000001</c:v>
                </c:pt>
                <c:pt idx="164">
                  <c:v>-0.64222299999999999</c:v>
                </c:pt>
                <c:pt idx="165">
                  <c:v>-5.4867050000000015</c:v>
                </c:pt>
                <c:pt idx="166">
                  <c:v>32.285451500000001</c:v>
                </c:pt>
                <c:pt idx="167">
                  <c:v>21.968981999999997</c:v>
                </c:pt>
                <c:pt idx="168">
                  <c:v>9.6688129999999983</c:v>
                </c:pt>
                <c:pt idx="169">
                  <c:v>1.9689820000000007</c:v>
                </c:pt>
                <c:pt idx="170">
                  <c:v>-29.875499999999995</c:v>
                </c:pt>
                <c:pt idx="171">
                  <c:v>-2.5644640000000001</c:v>
                </c:pt>
                <c:pt idx="172">
                  <c:v>17.518728499999995</c:v>
                </c:pt>
                <c:pt idx="173">
                  <c:v>-7.5590304999999995</c:v>
                </c:pt>
                <c:pt idx="174">
                  <c:v>20.912956999999999</c:v>
                </c:pt>
                <c:pt idx="175">
                  <c:v>14.446403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8AA-4C8D-87F4-C5D5DE2E2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663104"/>
        <c:axId val="81665408"/>
      </c:scatterChart>
      <c:valAx>
        <c:axId val="8166310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Fitted Values</a:t>
                </a:r>
              </a:p>
            </c:rich>
          </c:tx>
          <c:layout>
            <c:manualLayout>
              <c:xMode val="edge"/>
              <c:yMode val="edge"/>
              <c:x val="0.47613762486126526"/>
              <c:y val="0.9445350734094616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1665408"/>
        <c:crossesAt val="-40"/>
        <c:crossBetween val="midCat"/>
      </c:valAx>
      <c:valAx>
        <c:axId val="8166540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Residuals</a:t>
                </a:r>
              </a:p>
            </c:rich>
          </c:tx>
          <c:layout>
            <c:manualLayout>
              <c:xMode val="edge"/>
              <c:yMode val="edge"/>
              <c:x val="1.2208657047724751E-2"/>
              <c:y val="0.46655791190864626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1663104"/>
        <c:crossesAt val="-40"/>
        <c:crossBetween val="midCat"/>
      </c:valAx>
      <c:spPr>
        <a:solidFill>
          <a:srgbClr val="FFFF0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99CC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2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Histogram of Residuals</a:t>
            </a:r>
          </a:p>
        </c:rich>
      </c:tx>
      <c:layout>
        <c:manualLayout>
          <c:xMode val="edge"/>
          <c:yMode val="edge"/>
          <c:x val="0.39733629300776957"/>
          <c:y val="1.9575856443719425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3.9955604883462822E-2"/>
          <c:y val="0.12234910277324637"/>
          <c:w val="0.94894561598224192"/>
          <c:h val="0.810766721044045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0080"/>
            </a:solidFill>
            <a:ln w="38100">
              <a:solidFill>
                <a:srgbClr val="FFFF00"/>
              </a:solidFill>
              <a:prstDash val="solid"/>
            </a:ln>
          </c:spPr>
          <c:invertIfNegative val="0"/>
          <c:cat>
            <c:numRef>
              <c:f>Sheet2!$V$37:$V$50</c:f>
              <c:numCache>
                <c:formatCode>General</c:formatCode>
                <c:ptCount val="14"/>
                <c:pt idx="0">
                  <c:v>-30</c:v>
                </c:pt>
                <c:pt idx="1">
                  <c:v>-25</c:v>
                </c:pt>
                <c:pt idx="2">
                  <c:v>-20</c:v>
                </c:pt>
                <c:pt idx="3">
                  <c:v>-15</c:v>
                </c:pt>
                <c:pt idx="4">
                  <c:v>-10</c:v>
                </c:pt>
                <c:pt idx="5">
                  <c:v>-5</c:v>
                </c:pt>
                <c:pt idx="6">
                  <c:v>0</c:v>
                </c:pt>
                <c:pt idx="7">
                  <c:v>5</c:v>
                </c:pt>
                <c:pt idx="8">
                  <c:v>10</c:v>
                </c:pt>
                <c:pt idx="9">
                  <c:v>15</c:v>
                </c:pt>
                <c:pt idx="10">
                  <c:v>20</c:v>
                </c:pt>
                <c:pt idx="11">
                  <c:v>25</c:v>
                </c:pt>
                <c:pt idx="12">
                  <c:v>30</c:v>
                </c:pt>
                <c:pt idx="13">
                  <c:v>35</c:v>
                </c:pt>
              </c:numCache>
            </c:numRef>
          </c:cat>
          <c:val>
            <c:numRef>
              <c:f>Sheet2!$W$37:$W$50</c:f>
              <c:numCache>
                <c:formatCode>General</c:formatCode>
                <c:ptCount val="14"/>
                <c:pt idx="0">
                  <c:v>5</c:v>
                </c:pt>
                <c:pt idx="1">
                  <c:v>10</c:v>
                </c:pt>
                <c:pt idx="2">
                  <c:v>11</c:v>
                </c:pt>
                <c:pt idx="3">
                  <c:v>20</c:v>
                </c:pt>
                <c:pt idx="4">
                  <c:v>32</c:v>
                </c:pt>
                <c:pt idx="5">
                  <c:v>32</c:v>
                </c:pt>
                <c:pt idx="6">
                  <c:v>38</c:v>
                </c:pt>
                <c:pt idx="7">
                  <c:v>33</c:v>
                </c:pt>
                <c:pt idx="8">
                  <c:v>26</c:v>
                </c:pt>
                <c:pt idx="9">
                  <c:v>21</c:v>
                </c:pt>
                <c:pt idx="10">
                  <c:v>19</c:v>
                </c:pt>
                <c:pt idx="11">
                  <c:v>4</c:v>
                </c:pt>
                <c:pt idx="12">
                  <c:v>4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5-4DE2-A7E6-631845F0B5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96853376"/>
        <c:axId val="96855168"/>
      </c:barChart>
      <c:catAx>
        <c:axId val="96853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685516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968551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6853376"/>
        <c:crosses val="autoZero"/>
        <c:crossBetween val="between"/>
      </c:valAx>
      <c:spPr>
        <a:solidFill>
          <a:srgbClr val="FF00FF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00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Residuals versus Normal Scores = Z((Rank-0.375)/(n+0.25))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Observation (Data)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rgbClr val="FF0000"/>
              </a:solidFill>
            </c:spPr>
          </c:marker>
          <c:xVal>
            <c:numRef>
              <c:f>Sheet1!$M$2:$M$257</c:f>
              <c:numCache>
                <c:formatCode>General</c:formatCode>
                <c:ptCount val="256"/>
                <c:pt idx="0">
                  <c:v>-1.6915505210637858</c:v>
                </c:pt>
                <c:pt idx="1">
                  <c:v>-1.3513436802903287</c:v>
                </c:pt>
                <c:pt idx="2">
                  <c:v>1.0501295886224866</c:v>
                </c:pt>
                <c:pt idx="3">
                  <c:v>-0.19191999089806044</c:v>
                </c:pt>
                <c:pt idx="4">
                  <c:v>-1.033300240767683</c:v>
                </c:pt>
                <c:pt idx="5">
                  <c:v>-4.4033063218640742E-2</c:v>
                </c:pt>
                <c:pt idx="6">
                  <c:v>1.1391654661165622</c:v>
                </c:pt>
                <c:pt idx="7">
                  <c:v>-0.38597903568404057</c:v>
                </c:pt>
                <c:pt idx="8">
                  <c:v>1.7797190500183924</c:v>
                </c:pt>
                <c:pt idx="9">
                  <c:v>0.75582171147864685</c:v>
                </c:pt>
                <c:pt idx="10">
                  <c:v>-0.34415236030405361</c:v>
                </c:pt>
                <c:pt idx="11">
                  <c:v>1.1580852018888688</c:v>
                </c:pt>
                <c:pt idx="12">
                  <c:v>-0.50485805498186176</c:v>
                </c:pt>
                <c:pt idx="13">
                  <c:v>-0.26219548812272891</c:v>
                </c:pt>
                <c:pt idx="14">
                  <c:v>-0.28249891866501287</c:v>
                </c:pt>
                <c:pt idx="15">
                  <c:v>0.10289188230539419</c:v>
                </c:pt>
                <c:pt idx="16">
                  <c:v>0.40714371354023204</c:v>
                </c:pt>
                <c:pt idx="17">
                  <c:v>-0.92282662958041539</c:v>
                </c:pt>
                <c:pt idx="18">
                  <c:v>-1.0004905456193152</c:v>
                </c:pt>
                <c:pt idx="19">
                  <c:v>1.9455624849117417</c:v>
                </c:pt>
                <c:pt idx="20">
                  <c:v>1.5798276508342604</c:v>
                </c:pt>
                <c:pt idx="21">
                  <c:v>-0.42849237615176822</c:v>
                </c:pt>
                <c:pt idx="22">
                  <c:v>-1.5466352713992313</c:v>
                </c:pt>
                <c:pt idx="23">
                  <c:v>0.30291948787261791</c:v>
                </c:pt>
                <c:pt idx="24">
                  <c:v>0.96872397569390956</c:v>
                </c:pt>
                <c:pt idx="25">
                  <c:v>1.4673472540343969E-2</c:v>
                </c:pt>
                <c:pt idx="26">
                  <c:v>-0.38597903568404057</c:v>
                </c:pt>
                <c:pt idx="27">
                  <c:v>0.29269394623487072</c:v>
                </c:pt>
                <c:pt idx="28">
                  <c:v>0.35454988054303832</c:v>
                </c:pt>
                <c:pt idx="29">
                  <c:v>0.59593371017748997</c:v>
                </c:pt>
                <c:pt idx="30">
                  <c:v>-1.4560968303481021</c:v>
                </c:pt>
                <c:pt idx="31">
                  <c:v>1.0672617428217779</c:v>
                </c:pt>
                <c:pt idx="32">
                  <c:v>0.37546177023551836</c:v>
                </c:pt>
                <c:pt idx="33">
                  <c:v>-1.102501049611307</c:v>
                </c:pt>
                <c:pt idx="34">
                  <c:v>-2.0958267670240751</c:v>
                </c:pt>
                <c:pt idx="35">
                  <c:v>8.3242730511789584E-2</c:v>
                </c:pt>
                <c:pt idx="36">
                  <c:v>1.4673472540343969E-2</c:v>
                </c:pt>
                <c:pt idx="37">
                  <c:v>-4.4033063218640742E-2</c:v>
                </c:pt>
                <c:pt idx="38">
                  <c:v>-0.75582171147864685</c:v>
                </c:pt>
                <c:pt idx="39">
                  <c:v>-0.79546775014983728</c:v>
                </c:pt>
                <c:pt idx="40">
                  <c:v>-1.2174984280791932</c:v>
                </c:pt>
                <c:pt idx="41">
                  <c:v>1.4673472540343969E-2</c:v>
                </c:pt>
                <c:pt idx="42">
                  <c:v>0.12258084388880243</c:v>
                </c:pt>
                <c:pt idx="43">
                  <c:v>0.86449309267088803</c:v>
                </c:pt>
                <c:pt idx="44">
                  <c:v>0.20189347914185066</c:v>
                </c:pt>
                <c:pt idx="45">
                  <c:v>0.83640548264545667</c:v>
                </c:pt>
                <c:pt idx="46">
                  <c:v>2.0150210929879933</c:v>
                </c:pt>
                <c:pt idx="47">
                  <c:v>1.884390343050355</c:v>
                </c:pt>
                <c:pt idx="48">
                  <c:v>-1.4017978865814753</c:v>
                </c:pt>
                <c:pt idx="49">
                  <c:v>-0.89327986656659331</c:v>
                </c:pt>
                <c:pt idx="50">
                  <c:v>0.4937773732015806</c:v>
                </c:pt>
                <c:pt idx="51">
                  <c:v>-0.89327986656659331</c:v>
                </c:pt>
                <c:pt idx="52">
                  <c:v>-0.40714371354023204</c:v>
                </c:pt>
                <c:pt idx="53">
                  <c:v>1.829551222918538</c:v>
                </c:pt>
                <c:pt idx="54">
                  <c:v>-1.1206449477965166</c:v>
                </c:pt>
                <c:pt idx="55">
                  <c:v>1.5150643939592805</c:v>
                </c:pt>
                <c:pt idx="56">
                  <c:v>1.1972233470093885</c:v>
                </c:pt>
                <c:pt idx="57">
                  <c:v>-0.47179492913997606</c:v>
                </c:pt>
                <c:pt idx="58">
                  <c:v>2.3172924762547766</c:v>
                </c:pt>
                <c:pt idx="59">
                  <c:v>-0.82260666487603107</c:v>
                </c:pt>
                <c:pt idx="60">
                  <c:v>-1.1580852018888694</c:v>
                </c:pt>
                <c:pt idx="61">
                  <c:v>0.92282662958041539</c:v>
                </c:pt>
                <c:pt idx="62">
                  <c:v>-9.3062814982757688E-2</c:v>
                </c:pt>
                <c:pt idx="63">
                  <c:v>0.15220609071106078</c:v>
                </c:pt>
                <c:pt idx="64">
                  <c:v>0.43923977841089257</c:v>
                </c:pt>
                <c:pt idx="65">
                  <c:v>0.14231744420140074</c:v>
                </c:pt>
                <c:pt idx="66">
                  <c:v>-2.0150210929879964</c:v>
                </c:pt>
                <c:pt idx="67">
                  <c:v>0.54982556171690178</c:v>
                </c:pt>
                <c:pt idx="68">
                  <c:v>0.22190190965479406</c:v>
                </c:pt>
                <c:pt idx="69">
                  <c:v>-0.53848261754333082</c:v>
                </c:pt>
                <c:pt idx="70">
                  <c:v>-1.0847130176374866</c:v>
                </c:pt>
                <c:pt idx="71">
                  <c:v>-0.57272742060179338</c:v>
                </c:pt>
                <c:pt idx="72">
                  <c:v>-0.13244269503340386</c:v>
                </c:pt>
                <c:pt idx="73">
                  <c:v>2.8149785623948911</c:v>
                </c:pt>
                <c:pt idx="74">
                  <c:v>0.76890245568352977</c:v>
                </c:pt>
                <c:pt idx="75">
                  <c:v>-0.65542350523442683</c:v>
                </c:pt>
                <c:pt idx="76">
                  <c:v>-0.70473428685800121</c:v>
                </c:pt>
                <c:pt idx="77">
                  <c:v>-0.83640548264545667</c:v>
                </c:pt>
                <c:pt idx="78">
                  <c:v>-0.31317680256367503</c:v>
                </c:pt>
                <c:pt idx="79">
                  <c:v>0.67987223113627493</c:v>
                </c:pt>
                <c:pt idx="80">
                  <c:v>0.26219548812272875</c:v>
                </c:pt>
                <c:pt idx="81">
                  <c:v>-0.57272742060179338</c:v>
                </c:pt>
                <c:pt idx="82">
                  <c:v>1.4673472540343969E-2</c:v>
                </c:pt>
                <c:pt idx="83">
                  <c:v>1.4673472540343969E-2</c:v>
                </c:pt>
                <c:pt idx="84">
                  <c:v>1.4284209533305536</c:v>
                </c:pt>
                <c:pt idx="85">
                  <c:v>1.1774288254576852</c:v>
                </c:pt>
                <c:pt idx="86">
                  <c:v>-0.17202912211756508</c:v>
                </c:pt>
                <c:pt idx="87">
                  <c:v>1.3761329116279739</c:v>
                </c:pt>
                <c:pt idx="88">
                  <c:v>1.2174984280791932</c:v>
                </c:pt>
                <c:pt idx="89">
                  <c:v>0.31317680256367475</c:v>
                </c:pt>
                <c:pt idx="90">
                  <c:v>0.25208468193704919</c:v>
                </c:pt>
                <c:pt idx="91">
                  <c:v>-0.59593371017749042</c:v>
                </c:pt>
                <c:pt idx="92">
                  <c:v>6.3625668446427142E-2</c:v>
                </c:pt>
                <c:pt idx="93">
                  <c:v>0.34415236030405338</c:v>
                </c:pt>
                <c:pt idx="94">
                  <c:v>-0.5272085376193284</c:v>
                </c:pt>
                <c:pt idx="95">
                  <c:v>-0.33379191420970888</c:v>
                </c:pt>
                <c:pt idx="96">
                  <c:v>0.11273090037578505</c:v>
                </c:pt>
                <c:pt idx="97">
                  <c:v>0.38597903568404041</c:v>
                </c:pt>
                <c:pt idx="98">
                  <c:v>-6.3625668446427419E-2</c:v>
                </c:pt>
                <c:pt idx="99">
                  <c:v>0.65542350523442627</c:v>
                </c:pt>
                <c:pt idx="100">
                  <c:v>-1.2596244306871014</c:v>
                </c:pt>
                <c:pt idx="101">
                  <c:v>-0.43923977841089257</c:v>
                </c:pt>
                <c:pt idx="102">
                  <c:v>1.4017978865814753</c:v>
                </c:pt>
                <c:pt idx="103">
                  <c:v>0.26219548812272875</c:v>
                </c:pt>
                <c:pt idx="104">
                  <c:v>1.0167585757959821</c:v>
                </c:pt>
                <c:pt idx="105">
                  <c:v>1.2596244306871014</c:v>
                </c:pt>
                <c:pt idx="106">
                  <c:v>-0.48275699022430085</c:v>
                </c:pt>
                <c:pt idx="107">
                  <c:v>0.2419995811173562</c:v>
                </c:pt>
                <c:pt idx="108">
                  <c:v>0.4937773732015806</c:v>
                </c:pt>
                <c:pt idx="109">
                  <c:v>0.57272742060179282</c:v>
                </c:pt>
                <c:pt idx="110">
                  <c:v>0.90795416386910222</c:v>
                </c:pt>
                <c:pt idx="111">
                  <c:v>-0.85036542738541099</c:v>
                </c:pt>
                <c:pt idx="112">
                  <c:v>0.46088927223179871</c:v>
                </c:pt>
                <c:pt idx="113">
                  <c:v>1.2815515655446004</c:v>
                </c:pt>
                <c:pt idx="114">
                  <c:v>-1.9455624849117452</c:v>
                </c:pt>
                <c:pt idx="115">
                  <c:v>0.6675979856065497</c:v>
                </c:pt>
                <c:pt idx="116">
                  <c:v>-0.24199958111735648</c:v>
                </c:pt>
                <c:pt idx="117">
                  <c:v>-0.54982556171690222</c:v>
                </c:pt>
                <c:pt idx="118">
                  <c:v>-0.66759798560655015</c:v>
                </c:pt>
                <c:pt idx="119">
                  <c:v>-2.4925505706679387</c:v>
                </c:pt>
                <c:pt idx="120">
                  <c:v>0.93790607111319979</c:v>
                </c:pt>
                <c:pt idx="121">
                  <c:v>-0.95320185862776652</c:v>
                </c:pt>
                <c:pt idx="122">
                  <c:v>-1.7797190500183946</c:v>
                </c:pt>
                <c:pt idx="123">
                  <c:v>-7.3430667112041825E-2</c:v>
                </c:pt>
                <c:pt idx="124">
                  <c:v>-9.3062814982757688E-2</c:v>
                </c:pt>
                <c:pt idx="125">
                  <c:v>-0.21188709085294483</c:v>
                </c:pt>
                <c:pt idx="126">
                  <c:v>0.73003980548859893</c:v>
                </c:pt>
                <c:pt idx="127">
                  <c:v>9.3062814982757688E-2</c:v>
                </c:pt>
                <c:pt idx="128">
                  <c:v>1.2815515655446004</c:v>
                </c:pt>
                <c:pt idx="129">
                  <c:v>-1.6148579353882186</c:v>
                </c:pt>
                <c:pt idx="130">
                  <c:v>0.85036542738541099</c:v>
                </c:pt>
                <c:pt idx="131">
                  <c:v>-1.4673472540344247E-2</c:v>
                </c:pt>
                <c:pt idx="132">
                  <c:v>0.64334540539291685</c:v>
                </c:pt>
                <c:pt idx="133">
                  <c:v>1.54663527139923</c:v>
                </c:pt>
                <c:pt idx="134">
                  <c:v>1.4849352559638229</c:v>
                </c:pt>
                <c:pt idx="135">
                  <c:v>-1.8843903430503568</c:v>
                </c:pt>
                <c:pt idx="136">
                  <c:v>0.80896272835684602</c:v>
                </c:pt>
                <c:pt idx="137">
                  <c:v>1.6915505210637849</c:v>
                </c:pt>
                <c:pt idx="138">
                  <c:v>1.4560968303481021</c:v>
                </c:pt>
                <c:pt idx="139">
                  <c:v>0.57272742060179282</c:v>
                </c:pt>
                <c:pt idx="140">
                  <c:v>0.79546775014983728</c:v>
                </c:pt>
                <c:pt idx="141">
                  <c:v>-0.67987223113627571</c:v>
                </c:pt>
                <c:pt idx="142">
                  <c:v>-0.35454988054303849</c:v>
                </c:pt>
                <c:pt idx="143">
                  <c:v>-0.93790607111320001</c:v>
                </c:pt>
                <c:pt idx="144">
                  <c:v>0.80896272835684602</c:v>
                </c:pt>
                <c:pt idx="145">
                  <c:v>-0.22190190965479434</c:v>
                </c:pt>
                <c:pt idx="146">
                  <c:v>7.3430667112041506E-2</c:v>
                </c:pt>
                <c:pt idx="147">
                  <c:v>0.89327986656659308</c:v>
                </c:pt>
                <c:pt idx="148">
                  <c:v>0.17202912211756485</c:v>
                </c:pt>
                <c:pt idx="149">
                  <c:v>2.1932040216486035</c:v>
                </c:pt>
                <c:pt idx="150">
                  <c:v>-1.1391654661165622</c:v>
                </c:pt>
                <c:pt idx="151">
                  <c:v>-6.3625668446427419E-2</c:v>
                </c:pt>
                <c:pt idx="152">
                  <c:v>-0.90795416386910222</c:v>
                </c:pt>
                <c:pt idx="153">
                  <c:v>-0.25208468193704947</c:v>
                </c:pt>
                <c:pt idx="154">
                  <c:v>1.6519900198901307</c:v>
                </c:pt>
                <c:pt idx="155">
                  <c:v>0.56123969426991727</c:v>
                </c:pt>
                <c:pt idx="156">
                  <c:v>0.4177942422271419</c:v>
                </c:pt>
                <c:pt idx="157">
                  <c:v>0.13244269503340386</c:v>
                </c:pt>
                <c:pt idx="158">
                  <c:v>-0.12258084388880243</c:v>
                </c:pt>
                <c:pt idx="159">
                  <c:v>-0.74286903311209174</c:v>
                </c:pt>
                <c:pt idx="160">
                  <c:v>0.51600107481329061</c:v>
                </c:pt>
                <c:pt idx="161">
                  <c:v>-1.1972233470093885</c:v>
                </c:pt>
                <c:pt idx="162">
                  <c:v>0.39653917065828098</c:v>
                </c:pt>
                <c:pt idx="163">
                  <c:v>-1.0501295886224866</c:v>
                </c:pt>
                <c:pt idx="164">
                  <c:v>-0.10289188230539419</c:v>
                </c:pt>
                <c:pt idx="165">
                  <c:v>-0.36498587352676987</c:v>
                </c:pt>
                <c:pt idx="166">
                  <c:v>2.4925505706679285</c:v>
                </c:pt>
                <c:pt idx="167">
                  <c:v>1.7339507093452702</c:v>
                </c:pt>
                <c:pt idx="168">
                  <c:v>0.67987223113627493</c:v>
                </c:pt>
                <c:pt idx="169">
                  <c:v>0.16210964354696075</c:v>
                </c:pt>
                <c:pt idx="170">
                  <c:v>-2.3172924762547806</c:v>
                </c:pt>
                <c:pt idx="171">
                  <c:v>-0.18196555703206052</c:v>
                </c:pt>
                <c:pt idx="172">
                  <c:v>1.2382867470963115</c:v>
                </c:pt>
                <c:pt idx="173">
                  <c:v>-0.5272085376193284</c:v>
                </c:pt>
                <c:pt idx="174">
                  <c:v>1.6148579353882178</c:v>
                </c:pt>
                <c:pt idx="175">
                  <c:v>1.0004905456193152</c:v>
                </c:pt>
                <c:pt idx="176">
                  <c:v>-0.20189347914185088</c:v>
                </c:pt>
                <c:pt idx="177">
                  <c:v>-0.60765753311031345</c:v>
                </c:pt>
                <c:pt idx="178">
                  <c:v>0.48275699022430085</c:v>
                </c:pt>
                <c:pt idx="179">
                  <c:v>-2.1932040216486062</c:v>
                </c:pt>
                <c:pt idx="180">
                  <c:v>-0.27233317008646396</c:v>
                </c:pt>
                <c:pt idx="181">
                  <c:v>0.32346717446277801</c:v>
                </c:pt>
                <c:pt idx="182">
                  <c:v>2.0958267670240738</c:v>
                </c:pt>
                <c:pt idx="183">
                  <c:v>0.70473428685800055</c:v>
                </c:pt>
                <c:pt idx="184">
                  <c:v>0.52720853761932784</c:v>
                </c:pt>
                <c:pt idx="185">
                  <c:v>-1.033300240767683</c:v>
                </c:pt>
                <c:pt idx="186">
                  <c:v>0.52720853761932784</c:v>
                </c:pt>
                <c:pt idx="187">
                  <c:v>-0.30291948787261813</c:v>
                </c:pt>
                <c:pt idx="188">
                  <c:v>-1.3041128097314743</c:v>
                </c:pt>
                <c:pt idx="189">
                  <c:v>0.2118870908529446</c:v>
                </c:pt>
                <c:pt idx="190">
                  <c:v>-0.4177942422271419</c:v>
                </c:pt>
                <c:pt idx="191">
                  <c:v>-1.3761329116279739</c:v>
                </c:pt>
                <c:pt idx="192">
                  <c:v>-0.32346717446277823</c:v>
                </c:pt>
                <c:pt idx="193">
                  <c:v>-1.4284209533305536</c:v>
                </c:pt>
                <c:pt idx="194">
                  <c:v>-0.73003980548859893</c:v>
                </c:pt>
                <c:pt idx="195">
                  <c:v>-0.98448307581039862</c:v>
                </c:pt>
                <c:pt idx="196">
                  <c:v>0.43923977841089257</c:v>
                </c:pt>
                <c:pt idx="197">
                  <c:v>-1.5150643939592805</c:v>
                </c:pt>
                <c:pt idx="198">
                  <c:v>-0.45003815800989211</c:v>
                </c:pt>
                <c:pt idx="199">
                  <c:v>0.4177942422271419</c:v>
                </c:pt>
                <c:pt idx="200">
                  <c:v>-0.11273090037578505</c:v>
                </c:pt>
                <c:pt idx="201">
                  <c:v>-1.2382867470963115</c:v>
                </c:pt>
                <c:pt idx="202">
                  <c:v>-1.0672617428217779</c:v>
                </c:pt>
                <c:pt idx="203">
                  <c:v>0.87879544748644545</c:v>
                </c:pt>
                <c:pt idx="204">
                  <c:v>0.19191999089806017</c:v>
                </c:pt>
                <c:pt idx="205">
                  <c:v>-1.8843903430503568</c:v>
                </c:pt>
                <c:pt idx="206">
                  <c:v>0.95320185862776607</c:v>
                </c:pt>
                <c:pt idx="207">
                  <c:v>1.033300240767683</c:v>
                </c:pt>
                <c:pt idx="208">
                  <c:v>-1.1774288254576857</c:v>
                </c:pt>
                <c:pt idx="209">
                  <c:v>-1.3273581276692807</c:v>
                </c:pt>
                <c:pt idx="210">
                  <c:v>-0.24199958111735648</c:v>
                </c:pt>
                <c:pt idx="211">
                  <c:v>-1.4849352559638229</c:v>
                </c:pt>
                <c:pt idx="212">
                  <c:v>-0.63136043726366664</c:v>
                </c:pt>
                <c:pt idx="213">
                  <c:v>-0.14231744420140074</c:v>
                </c:pt>
                <c:pt idx="214">
                  <c:v>0.6313604372636662</c:v>
                </c:pt>
                <c:pt idx="215">
                  <c:v>0.76890245568352977</c:v>
                </c:pt>
                <c:pt idx="216">
                  <c:v>1.1206449477965166</c:v>
                </c:pt>
                <c:pt idx="217">
                  <c:v>-0.80896272835684602</c:v>
                </c:pt>
                <c:pt idx="218">
                  <c:v>0.33379191420970872</c:v>
                </c:pt>
                <c:pt idx="219">
                  <c:v>-0.29269394623487088</c:v>
                </c:pt>
                <c:pt idx="220">
                  <c:v>-1.733950709345272</c:v>
                </c:pt>
                <c:pt idx="221">
                  <c:v>1.0847130176374866</c:v>
                </c:pt>
                <c:pt idx="222">
                  <c:v>1.1025010496113061</c:v>
                </c:pt>
                <c:pt idx="223">
                  <c:v>0.2824989186650127</c:v>
                </c:pt>
                <c:pt idx="224">
                  <c:v>0.60765753311031301</c:v>
                </c:pt>
                <c:pt idx="225">
                  <c:v>-0.46088927223179871</c:v>
                </c:pt>
                <c:pt idx="226">
                  <c:v>-0.59593371017749042</c:v>
                </c:pt>
                <c:pt idx="227">
                  <c:v>-2.8149785623948937</c:v>
                </c:pt>
                <c:pt idx="228">
                  <c:v>-0.96872397569390956</c:v>
                </c:pt>
                <c:pt idx="229">
                  <c:v>-4.8910014995481041E-3</c:v>
                </c:pt>
                <c:pt idx="230">
                  <c:v>0.18196555703206024</c:v>
                </c:pt>
                <c:pt idx="231">
                  <c:v>0.96872397569390956</c:v>
                </c:pt>
                <c:pt idx="232">
                  <c:v>-1.5798276508342617</c:v>
                </c:pt>
                <c:pt idx="233">
                  <c:v>1.3513436802903287</c:v>
                </c:pt>
                <c:pt idx="234">
                  <c:v>1.3273581276692807</c:v>
                </c:pt>
                <c:pt idx="235">
                  <c:v>0.71732962518227061</c:v>
                </c:pt>
                <c:pt idx="236">
                  <c:v>-0.6433454053929174</c:v>
                </c:pt>
                <c:pt idx="237">
                  <c:v>0.47179492913997606</c:v>
                </c:pt>
                <c:pt idx="238">
                  <c:v>-0.69224977075542715</c:v>
                </c:pt>
                <c:pt idx="239">
                  <c:v>-0.61946547994465928</c:v>
                </c:pt>
                <c:pt idx="240">
                  <c:v>-0.86449309267088803</c:v>
                </c:pt>
                <c:pt idx="241">
                  <c:v>4.8910014995478266E-3</c:v>
                </c:pt>
                <c:pt idx="242">
                  <c:v>0.61946547994465906</c:v>
                </c:pt>
                <c:pt idx="243">
                  <c:v>0.74286903311209174</c:v>
                </c:pt>
                <c:pt idx="244">
                  <c:v>-0.79546775014983728</c:v>
                </c:pt>
                <c:pt idx="245">
                  <c:v>-1.2815515655446004</c:v>
                </c:pt>
                <c:pt idx="246">
                  <c:v>-0.50485805498186176</c:v>
                </c:pt>
                <c:pt idx="247">
                  <c:v>-0.76890245568352977</c:v>
                </c:pt>
                <c:pt idx="248">
                  <c:v>-0.71732962518227128</c:v>
                </c:pt>
                <c:pt idx="249">
                  <c:v>-4.4033063218640742E-2</c:v>
                </c:pt>
                <c:pt idx="250">
                  <c:v>-0.16210964354696103</c:v>
                </c:pt>
                <c:pt idx="251">
                  <c:v>-0.15220609071106078</c:v>
                </c:pt>
                <c:pt idx="252">
                  <c:v>-0.40714371354023204</c:v>
                </c:pt>
                <c:pt idx="253">
                  <c:v>0.3649858735267697</c:v>
                </c:pt>
                <c:pt idx="254">
                  <c:v>-1.6519900198901321</c:v>
                </c:pt>
                <c:pt idx="255">
                  <c:v>0.23193903460361204</c:v>
                </c:pt>
              </c:numCache>
            </c:numRef>
          </c:xVal>
          <c:yVal>
            <c:numRef>
              <c:f>Sheet1!$N$2:$N$257</c:f>
              <c:numCache>
                <c:formatCode>General</c:formatCode>
                <c:ptCount val="256"/>
                <c:pt idx="0">
                  <c:v>-23.792307499999996</c:v>
                </c:pt>
                <c:pt idx="1">
                  <c:v>-18.103343499999998</c:v>
                </c:pt>
                <c:pt idx="2">
                  <c:v>15.280017999999998</c:v>
                </c:pt>
                <c:pt idx="3">
                  <c:v>-2.5698974999999993</c:v>
                </c:pt>
                <c:pt idx="4">
                  <c:v>-13.564464000000003</c:v>
                </c:pt>
                <c:pt idx="5">
                  <c:v>-0.10334349999999981</c:v>
                </c:pt>
                <c:pt idx="6">
                  <c:v>16.657946000000006</c:v>
                </c:pt>
                <c:pt idx="7">
                  <c:v>-5.4921384999999985</c:v>
                </c:pt>
                <c:pt idx="8">
                  <c:v>22.352343499999996</c:v>
                </c:pt>
                <c:pt idx="9">
                  <c:v>10.746571999999999</c:v>
                </c:pt>
                <c:pt idx="10">
                  <c:v>-4.870066500000001</c:v>
                </c:pt>
                <c:pt idx="11">
                  <c:v>16.818897500000002</c:v>
                </c:pt>
                <c:pt idx="12">
                  <c:v>-7.3311870000000008</c:v>
                </c:pt>
                <c:pt idx="13">
                  <c:v>-3.8700665000000005</c:v>
                </c:pt>
                <c:pt idx="14">
                  <c:v>-4.1033434999999994</c:v>
                </c:pt>
                <c:pt idx="15">
                  <c:v>0.97441549999999966</c:v>
                </c:pt>
                <c:pt idx="16">
                  <c:v>6.0576079999999974</c:v>
                </c:pt>
                <c:pt idx="17">
                  <c:v>-12.559030500000002</c:v>
                </c:pt>
                <c:pt idx="18">
                  <c:v>-13.342054000000001</c:v>
                </c:pt>
                <c:pt idx="19">
                  <c:v>24.357776999999999</c:v>
                </c:pt>
                <c:pt idx="20">
                  <c:v>20.746571999999997</c:v>
                </c:pt>
                <c:pt idx="21">
                  <c:v>-6.4198129999999995</c:v>
                </c:pt>
                <c:pt idx="22">
                  <c:v>-20.031018000000003</c:v>
                </c:pt>
                <c:pt idx="23">
                  <c:v>4.435535999999999</c:v>
                </c:pt>
                <c:pt idx="24">
                  <c:v>13.968982</c:v>
                </c:pt>
                <c:pt idx="25">
                  <c:v>0.43553599999999998</c:v>
                </c:pt>
                <c:pt idx="26">
                  <c:v>-5.4921384999999985</c:v>
                </c:pt>
                <c:pt idx="27">
                  <c:v>4.2131259999999982</c:v>
                </c:pt>
                <c:pt idx="28">
                  <c:v>5.0576079999999974</c:v>
                </c:pt>
                <c:pt idx="29">
                  <c:v>7.9798490000000006</c:v>
                </c:pt>
                <c:pt idx="30">
                  <c:v>-19.486704999999997</c:v>
                </c:pt>
                <c:pt idx="31">
                  <c:v>15.746571999999999</c:v>
                </c:pt>
                <c:pt idx="32">
                  <c:v>5.2854514999999989</c:v>
                </c:pt>
                <c:pt idx="33">
                  <c:v>-14.631355999999998</c:v>
                </c:pt>
                <c:pt idx="34">
                  <c:v>-27.792307499999996</c:v>
                </c:pt>
                <c:pt idx="35">
                  <c:v>0.81346399999999952</c:v>
                </c:pt>
                <c:pt idx="36">
                  <c:v>0.43553599999999998</c:v>
                </c:pt>
                <c:pt idx="37">
                  <c:v>-0.10334349999999981</c:v>
                </c:pt>
                <c:pt idx="38">
                  <c:v>-10.569897500000002</c:v>
                </c:pt>
                <c:pt idx="39">
                  <c:v>-11.097910000000001</c:v>
                </c:pt>
                <c:pt idx="40">
                  <c:v>-16.486704999999997</c:v>
                </c:pt>
                <c:pt idx="41">
                  <c:v>0.43553599999999998</c:v>
                </c:pt>
                <c:pt idx="42">
                  <c:v>1.4355359999999997</c:v>
                </c:pt>
                <c:pt idx="43">
                  <c:v>12.435536000000003</c:v>
                </c:pt>
                <c:pt idx="44">
                  <c:v>2.8912229999999997</c:v>
                </c:pt>
                <c:pt idx="45">
                  <c:v>11.513295000000001</c:v>
                </c:pt>
                <c:pt idx="46">
                  <c:v>27.435535999999995</c:v>
                </c:pt>
                <c:pt idx="47">
                  <c:v>22.591054000000003</c:v>
                </c:pt>
                <c:pt idx="48">
                  <c:v>-18.6476565</c:v>
                </c:pt>
                <c:pt idx="49">
                  <c:v>-12.492138500000001</c:v>
                </c:pt>
                <c:pt idx="50">
                  <c:v>7.2022589999999997</c:v>
                </c:pt>
                <c:pt idx="51">
                  <c:v>-12.492138500000001</c:v>
                </c:pt>
                <c:pt idx="52">
                  <c:v>-6.0310179999999995</c:v>
                </c:pt>
                <c:pt idx="53">
                  <c:v>22.513294999999999</c:v>
                </c:pt>
                <c:pt idx="54">
                  <c:v>-14.864633000000003</c:v>
                </c:pt>
                <c:pt idx="55">
                  <c:v>20.202259000000002</c:v>
                </c:pt>
                <c:pt idx="56">
                  <c:v>16.974415499999999</c:v>
                </c:pt>
                <c:pt idx="57">
                  <c:v>-7.0201509999999994</c:v>
                </c:pt>
                <c:pt idx="58">
                  <c:v>29.290884999999996</c:v>
                </c:pt>
                <c:pt idx="59">
                  <c:v>-11.6476565</c:v>
                </c:pt>
                <c:pt idx="60">
                  <c:v>-15.492138500000001</c:v>
                </c:pt>
                <c:pt idx="61">
                  <c:v>13.657946000000003</c:v>
                </c:pt>
                <c:pt idx="62">
                  <c:v>-0.56989749999999939</c:v>
                </c:pt>
                <c:pt idx="63">
                  <c:v>1.824330999999999</c:v>
                </c:pt>
                <c:pt idx="64">
                  <c:v>6.435535999999999</c:v>
                </c:pt>
                <c:pt idx="65">
                  <c:v>1.5241620000000005</c:v>
                </c:pt>
                <c:pt idx="66">
                  <c:v>-27.025584499999997</c:v>
                </c:pt>
                <c:pt idx="67">
                  <c:v>7.5078615000000006</c:v>
                </c:pt>
                <c:pt idx="68">
                  <c:v>3.129933499999999</c:v>
                </c:pt>
                <c:pt idx="69">
                  <c:v>-7.5644639999999992</c:v>
                </c:pt>
                <c:pt idx="70">
                  <c:v>-14.331187</c:v>
                </c:pt>
                <c:pt idx="71">
                  <c:v>-8.0201509999999985</c:v>
                </c:pt>
                <c:pt idx="72">
                  <c:v>-1.0310179999999995</c:v>
                </c:pt>
                <c:pt idx="73">
                  <c:v>38.202259000000012</c:v>
                </c:pt>
                <c:pt idx="74">
                  <c:v>10.974415500000001</c:v>
                </c:pt>
                <c:pt idx="75">
                  <c:v>-9.5753310000000003</c:v>
                </c:pt>
                <c:pt idx="76">
                  <c:v>-10.031017999999998</c:v>
                </c:pt>
                <c:pt idx="77">
                  <c:v>-12.253428000000001</c:v>
                </c:pt>
                <c:pt idx="78">
                  <c:v>-4.4089460000000003</c:v>
                </c:pt>
                <c:pt idx="79">
                  <c:v>9.6688129999999983</c:v>
                </c:pt>
                <c:pt idx="80">
                  <c:v>3.9689820000000005</c:v>
                </c:pt>
                <c:pt idx="81">
                  <c:v>-8.0201509999999985</c:v>
                </c:pt>
                <c:pt idx="82">
                  <c:v>0.43553599999999998</c:v>
                </c:pt>
                <c:pt idx="83">
                  <c:v>0.43553599999999998</c:v>
                </c:pt>
                <c:pt idx="84">
                  <c:v>18.974415499999999</c:v>
                </c:pt>
                <c:pt idx="85">
                  <c:v>16.891223</c:v>
                </c:pt>
                <c:pt idx="86">
                  <c:v>-2.4812715000000019</c:v>
                </c:pt>
                <c:pt idx="87">
                  <c:v>18.746571999999997</c:v>
                </c:pt>
                <c:pt idx="88">
                  <c:v>17.430102499999997</c:v>
                </c:pt>
                <c:pt idx="89">
                  <c:v>4.6688129999999974</c:v>
                </c:pt>
                <c:pt idx="90">
                  <c:v>3.9020899999999989</c:v>
                </c:pt>
                <c:pt idx="91">
                  <c:v>-8.0310179999999995</c:v>
                </c:pt>
                <c:pt idx="92">
                  <c:v>0.44096949999999963</c:v>
                </c:pt>
                <c:pt idx="93">
                  <c:v>5.0358740000000015</c:v>
                </c:pt>
                <c:pt idx="94">
                  <c:v>-7.5590304999999995</c:v>
                </c:pt>
                <c:pt idx="95">
                  <c:v>-4.6422229999999995</c:v>
                </c:pt>
                <c:pt idx="96">
                  <c:v>1.1245000000000001</c:v>
                </c:pt>
                <c:pt idx="97">
                  <c:v>5.435535999999999</c:v>
                </c:pt>
                <c:pt idx="98">
                  <c:v>-0.3311870000000009</c:v>
                </c:pt>
                <c:pt idx="99">
                  <c:v>9.1299335000000017</c:v>
                </c:pt>
                <c:pt idx="100">
                  <c:v>-17.097909999999999</c:v>
                </c:pt>
                <c:pt idx="101">
                  <c:v>-6.5698974999999997</c:v>
                </c:pt>
                <c:pt idx="102">
                  <c:v>18.968981999999997</c:v>
                </c:pt>
                <c:pt idx="103">
                  <c:v>3.9689820000000005</c:v>
                </c:pt>
                <c:pt idx="104">
                  <c:v>14.591054</c:v>
                </c:pt>
                <c:pt idx="105">
                  <c:v>17.735704999999996</c:v>
                </c:pt>
                <c:pt idx="106">
                  <c:v>-7.0364515000000001</c:v>
                </c:pt>
                <c:pt idx="107">
                  <c:v>3.7465719999999991</c:v>
                </c:pt>
                <c:pt idx="108">
                  <c:v>7.2022589999999997</c:v>
                </c:pt>
                <c:pt idx="109">
                  <c:v>7.9689820000000005</c:v>
                </c:pt>
                <c:pt idx="110">
                  <c:v>13.435536000000003</c:v>
                </c:pt>
                <c:pt idx="111">
                  <c:v>-12.403512500000003</c:v>
                </c:pt>
                <c:pt idx="112">
                  <c:v>6.5910539999999997</c:v>
                </c:pt>
                <c:pt idx="113">
                  <c:v>17.968981999999997</c:v>
                </c:pt>
                <c:pt idx="114">
                  <c:v>-27.0147175</c:v>
                </c:pt>
                <c:pt idx="115">
                  <c:v>9.4355360000000026</c:v>
                </c:pt>
                <c:pt idx="116">
                  <c:v>-3.0255845000000008</c:v>
                </c:pt>
                <c:pt idx="117">
                  <c:v>-7.9478254999999995</c:v>
                </c:pt>
                <c:pt idx="118">
                  <c:v>-9.6422229999999995</c:v>
                </c:pt>
                <c:pt idx="119">
                  <c:v>-33.564463999999994</c:v>
                </c:pt>
                <c:pt idx="120">
                  <c:v>13.896656500000004</c:v>
                </c:pt>
                <c:pt idx="121">
                  <c:v>-13.025584500000004</c:v>
                </c:pt>
                <c:pt idx="122">
                  <c:v>-26.419812999999994</c:v>
                </c:pt>
                <c:pt idx="123">
                  <c:v>-0.56446400000000008</c:v>
                </c:pt>
                <c:pt idx="124">
                  <c:v>-0.56989749999999939</c:v>
                </c:pt>
                <c:pt idx="125">
                  <c:v>-2.7977409999999998</c:v>
                </c:pt>
                <c:pt idx="126">
                  <c:v>10.435536000000003</c:v>
                </c:pt>
                <c:pt idx="127">
                  <c:v>0.96898200000000045</c:v>
                </c:pt>
                <c:pt idx="128">
                  <c:v>17.968981999999997</c:v>
                </c:pt>
                <c:pt idx="129">
                  <c:v>-22.714548499999999</c:v>
                </c:pt>
                <c:pt idx="130">
                  <c:v>12.052174500000001</c:v>
                </c:pt>
                <c:pt idx="131">
                  <c:v>-3.1017999999999549E-2</c:v>
                </c:pt>
                <c:pt idx="132">
                  <c:v>8.5187284999999981</c:v>
                </c:pt>
                <c:pt idx="133">
                  <c:v>20.513294999999999</c:v>
                </c:pt>
                <c:pt idx="134">
                  <c:v>20.0521745</c:v>
                </c:pt>
                <c:pt idx="135">
                  <c:v>-26.792307499999996</c:v>
                </c:pt>
                <c:pt idx="136">
                  <c:v>11.435536000000003</c:v>
                </c:pt>
                <c:pt idx="137">
                  <c:v>21.135366999999999</c:v>
                </c:pt>
                <c:pt idx="138">
                  <c:v>19.0521745</c:v>
                </c:pt>
                <c:pt idx="139">
                  <c:v>7.9689820000000005</c:v>
                </c:pt>
                <c:pt idx="140">
                  <c:v>11.202259</c:v>
                </c:pt>
                <c:pt idx="141">
                  <c:v>-9.7977409999999985</c:v>
                </c:pt>
                <c:pt idx="142">
                  <c:v>-5.0310179999999995</c:v>
                </c:pt>
                <c:pt idx="143">
                  <c:v>-13.020150999999998</c:v>
                </c:pt>
                <c:pt idx="144">
                  <c:v>11.435536000000003</c:v>
                </c:pt>
                <c:pt idx="145">
                  <c:v>-3.0201510000000007</c:v>
                </c:pt>
                <c:pt idx="146">
                  <c:v>0.50786150000000019</c:v>
                </c:pt>
                <c:pt idx="147">
                  <c:v>12.829764500000001</c:v>
                </c:pt>
                <c:pt idx="148">
                  <c:v>2.0576079999999983</c:v>
                </c:pt>
                <c:pt idx="149">
                  <c:v>28.958115000000003</c:v>
                </c:pt>
                <c:pt idx="150">
                  <c:v>-14.953259000000001</c:v>
                </c:pt>
                <c:pt idx="151">
                  <c:v>-0.3311870000000009</c:v>
                </c:pt>
                <c:pt idx="152">
                  <c:v>-12.497572</c:v>
                </c:pt>
                <c:pt idx="153">
                  <c:v>-3.5644640000000001</c:v>
                </c:pt>
                <c:pt idx="154">
                  <c:v>20.968981999999997</c:v>
                </c:pt>
                <c:pt idx="155">
                  <c:v>7.5964874999999985</c:v>
                </c:pt>
                <c:pt idx="156">
                  <c:v>6.2022589999999997</c:v>
                </c:pt>
                <c:pt idx="157">
                  <c:v>1.5078615</c:v>
                </c:pt>
                <c:pt idx="158">
                  <c:v>-0.87006650000000096</c:v>
                </c:pt>
                <c:pt idx="159">
                  <c:v>-10.564464000000003</c:v>
                </c:pt>
                <c:pt idx="160">
                  <c:v>7.4301025000000003</c:v>
                </c:pt>
                <c:pt idx="161">
                  <c:v>-16.247994500000001</c:v>
                </c:pt>
                <c:pt idx="162">
                  <c:v>5.8080305000000001</c:v>
                </c:pt>
                <c:pt idx="163">
                  <c:v>-13.714548500000001</c:v>
                </c:pt>
                <c:pt idx="164">
                  <c:v>-0.64222299999999999</c:v>
                </c:pt>
                <c:pt idx="165">
                  <c:v>-5.4867050000000015</c:v>
                </c:pt>
                <c:pt idx="166">
                  <c:v>32.285451500000001</c:v>
                </c:pt>
                <c:pt idx="167">
                  <c:v>21.968981999999997</c:v>
                </c:pt>
                <c:pt idx="168">
                  <c:v>9.6688129999999983</c:v>
                </c:pt>
                <c:pt idx="169">
                  <c:v>1.9689820000000007</c:v>
                </c:pt>
                <c:pt idx="170">
                  <c:v>-29.875499999999995</c:v>
                </c:pt>
                <c:pt idx="171">
                  <c:v>-2.5644640000000001</c:v>
                </c:pt>
                <c:pt idx="172">
                  <c:v>17.518728499999995</c:v>
                </c:pt>
                <c:pt idx="173">
                  <c:v>-7.5590304999999995</c:v>
                </c:pt>
                <c:pt idx="174">
                  <c:v>20.912956999999999</c:v>
                </c:pt>
                <c:pt idx="175">
                  <c:v>14.446403</c:v>
                </c:pt>
                <c:pt idx="176">
                  <c:v>-2.7923075000000006</c:v>
                </c:pt>
                <c:pt idx="177">
                  <c:v>-8.5644640000000027</c:v>
                </c:pt>
                <c:pt idx="178">
                  <c:v>7.1299334999999981</c:v>
                </c:pt>
                <c:pt idx="179">
                  <c:v>-28.564464000000001</c:v>
                </c:pt>
                <c:pt idx="180">
                  <c:v>-4.025584499999999</c:v>
                </c:pt>
                <c:pt idx="181">
                  <c:v>4.7465719999999987</c:v>
                </c:pt>
                <c:pt idx="182">
                  <c:v>28.280017999999991</c:v>
                </c:pt>
                <c:pt idx="183">
                  <c:v>9.8912229999999983</c:v>
                </c:pt>
                <c:pt idx="184">
                  <c:v>7.435535999999999</c:v>
                </c:pt>
                <c:pt idx="185">
                  <c:v>-13.564464000000003</c:v>
                </c:pt>
                <c:pt idx="186">
                  <c:v>7.435535999999999</c:v>
                </c:pt>
                <c:pt idx="187">
                  <c:v>-4.1811024999999997</c:v>
                </c:pt>
                <c:pt idx="188">
                  <c:v>-17.5698975</c:v>
                </c:pt>
                <c:pt idx="189">
                  <c:v>3.0467409999999995</c:v>
                </c:pt>
                <c:pt idx="190">
                  <c:v>-6.2534280000000013</c:v>
                </c:pt>
                <c:pt idx="191">
                  <c:v>-18.352920999999995</c:v>
                </c:pt>
                <c:pt idx="192">
                  <c:v>-4.5644639999999992</c:v>
                </c:pt>
                <c:pt idx="193">
                  <c:v>-19.481271500000002</c:v>
                </c:pt>
                <c:pt idx="194">
                  <c:v>-10.114210499999999</c:v>
                </c:pt>
                <c:pt idx="195">
                  <c:v>-13.253428000000001</c:v>
                </c:pt>
                <c:pt idx="196">
                  <c:v>6.435535999999999</c:v>
                </c:pt>
                <c:pt idx="197">
                  <c:v>-20.020150999999995</c:v>
                </c:pt>
                <c:pt idx="198">
                  <c:v>-6.786874000000001</c:v>
                </c:pt>
                <c:pt idx="199">
                  <c:v>6.2022589999999997</c:v>
                </c:pt>
                <c:pt idx="200">
                  <c:v>-0.71454850000000114</c:v>
                </c:pt>
                <c:pt idx="201">
                  <c:v>-17.031018000000003</c:v>
                </c:pt>
                <c:pt idx="202">
                  <c:v>-13.7923075</c:v>
                </c:pt>
                <c:pt idx="203">
                  <c:v>12.657946000000003</c:v>
                </c:pt>
                <c:pt idx="204">
                  <c:v>2.4301025000000007</c:v>
                </c:pt>
                <c:pt idx="205">
                  <c:v>-26.792307499999996</c:v>
                </c:pt>
                <c:pt idx="206">
                  <c:v>13.963548500000002</c:v>
                </c:pt>
                <c:pt idx="207">
                  <c:v>14.813464000000002</c:v>
                </c:pt>
                <c:pt idx="208">
                  <c:v>-16.181102499999998</c:v>
                </c:pt>
                <c:pt idx="209">
                  <c:v>-17.575330999999991</c:v>
                </c:pt>
                <c:pt idx="210">
                  <c:v>-3.0255845000000008</c:v>
                </c:pt>
                <c:pt idx="211">
                  <c:v>-19.786874000000001</c:v>
                </c:pt>
                <c:pt idx="212">
                  <c:v>-9.0310179999999995</c:v>
                </c:pt>
                <c:pt idx="213">
                  <c:v>-1.8700665000000012</c:v>
                </c:pt>
                <c:pt idx="214">
                  <c:v>8.4246689999999997</c:v>
                </c:pt>
                <c:pt idx="215">
                  <c:v>10.974415500000001</c:v>
                </c:pt>
                <c:pt idx="216">
                  <c:v>16.607354500000003</c:v>
                </c:pt>
                <c:pt idx="217">
                  <c:v>-11.419813</c:v>
                </c:pt>
                <c:pt idx="218">
                  <c:v>4.891223000000001</c:v>
                </c:pt>
                <c:pt idx="219">
                  <c:v>-4.1142104999999978</c:v>
                </c:pt>
                <c:pt idx="220">
                  <c:v>-23.864632999999998</c:v>
                </c:pt>
                <c:pt idx="221">
                  <c:v>16.057607999999995</c:v>
                </c:pt>
                <c:pt idx="222">
                  <c:v>16.513294999999999</c:v>
                </c:pt>
                <c:pt idx="223">
                  <c:v>3.9798489999999989</c:v>
                </c:pt>
                <c:pt idx="224">
                  <c:v>8.0413074999999985</c:v>
                </c:pt>
                <c:pt idx="225">
                  <c:v>-6.8086079999999995</c:v>
                </c:pt>
                <c:pt idx="226">
                  <c:v>-8.0310179999999995</c:v>
                </c:pt>
                <c:pt idx="227">
                  <c:v>-37.497572000000005</c:v>
                </c:pt>
                <c:pt idx="228">
                  <c:v>-13.097910000000001</c:v>
                </c:pt>
                <c:pt idx="229">
                  <c:v>5.2174499999999575E-2</c:v>
                </c:pt>
                <c:pt idx="230">
                  <c:v>2.3740774999999981</c:v>
                </c:pt>
                <c:pt idx="231">
                  <c:v>13.968982</c:v>
                </c:pt>
                <c:pt idx="232">
                  <c:v>-22.709115000000004</c:v>
                </c:pt>
                <c:pt idx="233">
                  <c:v>18.435535999999995</c:v>
                </c:pt>
                <c:pt idx="234">
                  <c:v>18.207692499999997</c:v>
                </c:pt>
                <c:pt idx="235">
                  <c:v>10.135367</c:v>
                </c:pt>
                <c:pt idx="236">
                  <c:v>-9.4812715000000019</c:v>
                </c:pt>
                <c:pt idx="237">
                  <c:v>6.9798490000000006</c:v>
                </c:pt>
                <c:pt idx="238">
                  <c:v>-9.8809335000000011</c:v>
                </c:pt>
                <c:pt idx="239">
                  <c:v>-9.0201509999999985</c:v>
                </c:pt>
                <c:pt idx="240">
                  <c:v>-12.425246500000002</c:v>
                </c:pt>
                <c:pt idx="241">
                  <c:v>0.28545149999999891</c:v>
                </c:pt>
                <c:pt idx="242">
                  <c:v>8.2022589999999997</c:v>
                </c:pt>
                <c:pt idx="243">
                  <c:v>10.507861500000001</c:v>
                </c:pt>
                <c:pt idx="244">
                  <c:v>-11.097910000000001</c:v>
                </c:pt>
                <c:pt idx="245">
                  <c:v>-17.564464000000001</c:v>
                </c:pt>
                <c:pt idx="246">
                  <c:v>-7.3311870000000008</c:v>
                </c:pt>
                <c:pt idx="247">
                  <c:v>-11.031017999999998</c:v>
                </c:pt>
                <c:pt idx="248">
                  <c:v>-10.108776999999998</c:v>
                </c:pt>
                <c:pt idx="249">
                  <c:v>-0.10334349999999981</c:v>
                </c:pt>
                <c:pt idx="250">
                  <c:v>-2.0201510000000007</c:v>
                </c:pt>
                <c:pt idx="251">
                  <c:v>-1.8809334999999994</c:v>
                </c:pt>
                <c:pt idx="252">
                  <c:v>-6.0310179999999995</c:v>
                </c:pt>
                <c:pt idx="253">
                  <c:v>5.1190665000000006</c:v>
                </c:pt>
                <c:pt idx="254">
                  <c:v>-22.8700665</c:v>
                </c:pt>
                <c:pt idx="255">
                  <c:v>3.6688129999999988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66-433D-9B78-1F24CFBBDB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931840"/>
        <c:axId val="96932992"/>
      </c:scatterChart>
      <c:valAx>
        <c:axId val="96931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6932992"/>
        <c:crosses val="autoZero"/>
        <c:crossBetween val="midCat"/>
      </c:valAx>
      <c:valAx>
        <c:axId val="96932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6931840"/>
        <c:crosses val="autoZero"/>
        <c:crossBetween val="midCat"/>
      </c:valAx>
      <c:spPr>
        <a:solidFill>
          <a:srgbClr val="FFFF00"/>
        </a:solidFill>
      </c:spPr>
    </c:plotArea>
    <c:plotVisOnly val="1"/>
    <c:dispBlanksAs val="gap"/>
    <c:showDLblsOverMax val="0"/>
  </c:chart>
  <c:spPr>
    <a:solidFill>
      <a:srgbClr val="00B050"/>
    </a:solidFill>
  </c:sp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D043E-2F06-4275-4B9C-4FB1184965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FD4910-4A00-44E4-0810-04FAEFCB60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57BAC9-A260-24F8-D509-F07558B3B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56B771-E11E-423A-8EEA-4C4C09CD65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082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BB7A50-3703-871C-3ED8-4F3180330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7FCE91-0657-3DBB-9DC1-26A6BD45E6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525B97-62B4-CA9C-90BD-5F229116ED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2A5FBD-12EE-450E-B70B-26BBEA9C91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13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8CEE44-1760-D9E1-2E03-1F2BC2C96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AC76DE-5A2C-1F36-907A-4E372DBD95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55D55D-A993-2F0C-1ABA-8C841AA25F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FFFC1D-61B7-4E89-9291-1F18E612B7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96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1490B8-C64E-FA46-CB0B-7633C69D7C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5187DE-1D87-FD61-9A64-A2E78E7A10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4D03BA-740E-D49C-DAB6-398B92F58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9184A-B593-4549-B8A3-BC6767E921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22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AD4075A-F1E6-EC74-77B9-A3AD8BF723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34E4309-872C-12BF-11E1-C105EBE26C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EA9C2AD-A3F6-43B8-8DAC-53A197A29D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079B2C-12AA-461B-ACEE-E5CF6C8E76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165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C008ADA-4927-9FC3-9287-83D76E3A89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65145D-B3D2-CF45-D42F-7437A62CEE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CCAD00-6717-F044-7D21-8ECE57E928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4B414B-AFEA-4345-90F9-8258EE2F55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278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5D4E6E7-E90E-F04D-CBBD-78E94A7BA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0C88EA6-B244-FEF7-C0A1-E794A6D87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5B040E-33DE-FB28-227F-B99D249C0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7C845A-B102-4FD7-A89D-2BA3D5F288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39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BFC0A4-B7CA-2C82-F773-911E627CE1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43CBF8-34AA-0718-BEAE-C985D04528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D6D7D4-A44D-2469-6BE3-BAF1B44DB7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05C1DE-5724-4F3C-8BA8-154C62C075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31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4408D-91D6-2014-5E3F-D4089F79F7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432EE1-6B6C-BBB4-3CBB-92CA5942DE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D47D8-3BD0-0B90-3876-2961B36649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534F7E-5CC8-42A1-928A-93FA72091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537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2C5D23-D98C-54C5-BA8D-AA1B57B4AD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5E5B09-3076-A34E-2D80-6F9ED5496E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9B775D-A561-EBED-D32D-FEFB566E24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D3EA2A-C1D7-44A0-9BF3-1267419A99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79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DD4DD8-05A2-21A4-B546-779754AB51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48E5F7-F4BF-6C15-4EE9-83A0C63584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30C357-E3CE-76AA-BC1B-7EC87F6C22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02BEF-DA51-41B2-8547-DB63266F8C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389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29110D5-65A3-9456-CDE5-BA635F302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3940077-5239-2C76-F1DA-629C573556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6787963-B1E1-AC23-E72C-DBCE66788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60BB80-D70F-47BF-A5BD-16CA30592F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62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CD69607-CD95-561B-ECA6-C12B5E741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29C7F00-4824-541F-DBEB-C6A167C5B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4FC54A-D8E0-EFD4-9F9A-2AB24B28BE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0B6E67-C63F-99FA-890B-2A7D50486D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86E7003-DF92-03EC-83C5-65F4488136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E075774-BBB0-44A4-B31B-8B207E03DB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stellar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FFFF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FFFF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639B2A-FD62-83B3-D91E-2DCF3B86F5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Simple Linear Regression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D9D6096-6646-08D6-B86A-8547BF54B9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NFL Point Spreads – 2007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0365B10-4FB0-4151-B6C9-84BACA737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Background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571897D-A9BE-380F-A5D0-A183D8B26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/>
              <a:t>Las Vegas Bookmakers provide a point spread for each game </a:t>
            </a:r>
          </a:p>
          <a:p>
            <a:pPr eaLnBrk="1" hangingPunct="1"/>
            <a:r>
              <a:rPr lang="en-US" altLang="en-US"/>
              <a:t>The spread reflects how many points the home team “gets” from the visiting team (negative values mean the home team “gives” points to visitor)</a:t>
            </a:r>
          </a:p>
          <a:p>
            <a:pPr eaLnBrk="1" hangingPunct="1"/>
            <a:r>
              <a:rPr lang="en-US" altLang="en-US"/>
              <a:t>If bookmakers are accurate, on average the actual difference should equal prediction</a:t>
            </a:r>
          </a:p>
          <a:p>
            <a:pPr eaLnBrk="1" hangingPunct="1"/>
            <a:r>
              <a:rPr lang="en-US" altLang="en-US"/>
              <a:t>Accurate ?  How variable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4">
            <a:extLst>
              <a:ext uri="{FF2B5EF4-FFF2-40B4-BE49-F238E27FC236}">
                <a16:creationId xmlns:a16="http://schemas.microsoft.com/office/drawing/2014/main" id="{4E05A908-B8EA-E896-9AEB-2F2E7F96C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Statistical model</a:t>
            </a:r>
          </a:p>
        </p:txBody>
      </p:sp>
      <p:graphicFrame>
        <p:nvGraphicFramePr>
          <p:cNvPr id="1026" name="Object 5" descr="Description of model and variables in example">
            <a:extLst>
              <a:ext uri="{FF2B5EF4-FFF2-40B4-BE49-F238E27FC236}">
                <a16:creationId xmlns:a16="http://schemas.microsoft.com/office/drawing/2014/main" id="{E95DBF68-3EF5-423B-DB09-719263835BFD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38634"/>
              </p:ext>
            </p:extLst>
          </p:nvPr>
        </p:nvGraphicFramePr>
        <p:xfrm>
          <a:off x="533400" y="1676400"/>
          <a:ext cx="8458200" cy="393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3080" imgH="2082600" progId="Equation.3">
                  <p:embed/>
                </p:oleObj>
              </mc:Choice>
              <mc:Fallback>
                <p:oleObj name="Equation" r:id="rId2" imgW="4483080" imgH="20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6400"/>
                        <a:ext cx="8458200" cy="393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2D85-6106-293F-1032-8B92ACA2A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52400"/>
            <a:ext cx="8610600" cy="715962"/>
          </a:xfrm>
        </p:spPr>
        <p:txBody>
          <a:bodyPr/>
          <a:lstStyle/>
          <a:p>
            <a:r>
              <a:rPr lang="en-US" sz="3200" dirty="0"/>
              <a:t>Plot of Actual versus Predicted</a:t>
            </a:r>
          </a:p>
        </p:txBody>
      </p:sp>
      <p:graphicFrame>
        <p:nvGraphicFramePr>
          <p:cNvPr id="5" name="Chart 4" descr="Plot of Actual Difference (Y) versus Vegas prediction (X)">
            <a:extLst>
              <a:ext uri="{FF2B5EF4-FFF2-40B4-BE49-F238E27FC236}">
                <a16:creationId xmlns:a16="http://schemas.microsoft.com/office/drawing/2014/main" id="{EECCBB82-D2FA-DC1D-8452-C4869AF0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45786"/>
              </p:ext>
            </p:extLst>
          </p:nvPr>
        </p:nvGraphicFramePr>
        <p:xfrm>
          <a:off x="152399" y="990600"/>
          <a:ext cx="8915401" cy="579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4">
            <a:extLst>
              <a:ext uri="{FF2B5EF4-FFF2-40B4-BE49-F238E27FC236}">
                <a16:creationId xmlns:a16="http://schemas.microsoft.com/office/drawing/2014/main" id="{E1889525-21A2-BAD6-3758-F1F20BC8A683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Summary Statistics / Regression Equation</a:t>
            </a:r>
          </a:p>
        </p:txBody>
      </p:sp>
      <p:graphicFrame>
        <p:nvGraphicFramePr>
          <p:cNvPr id="2050" name="Object 5" descr="Means and Standard Deviations of the spread (X) and actual difference (Y)">
            <a:extLst>
              <a:ext uri="{FF2B5EF4-FFF2-40B4-BE49-F238E27FC236}">
                <a16:creationId xmlns:a16="http://schemas.microsoft.com/office/drawing/2014/main" id="{4EFF00E9-27E3-DDC8-B70E-30809741E911}"/>
              </a:ext>
            </a:extLst>
          </p:cNvPr>
          <p:cNvGraphicFramePr>
            <a:graphicFrameLocks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81157197"/>
              </p:ext>
            </p:extLst>
          </p:nvPr>
        </p:nvGraphicFramePr>
        <p:xfrm>
          <a:off x="457200" y="1828800"/>
          <a:ext cx="44958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94240" imgH="624774" progId="Excel.Sheet.8">
                  <p:embed/>
                </p:oleObj>
              </mc:Choice>
              <mc:Fallback>
                <p:oleObj name="Worksheet" r:id="rId2" imgW="3194240" imgH="624774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828800"/>
                        <a:ext cx="44958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3" descr="Regression statistics">
            <a:extLst>
              <a:ext uri="{FF2B5EF4-FFF2-40B4-BE49-F238E27FC236}">
                <a16:creationId xmlns:a16="http://schemas.microsoft.com/office/drawing/2014/main" id="{E343632C-DB35-92C4-1EAD-A295B932B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164776"/>
              </p:ext>
            </p:extLst>
          </p:nvPr>
        </p:nvGraphicFramePr>
        <p:xfrm>
          <a:off x="5334000" y="1752600"/>
          <a:ext cx="27432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52625" imgH="1038225" progId="Excel.Sheet.8">
                  <p:embed/>
                </p:oleObj>
              </mc:Choice>
              <mc:Fallback>
                <p:oleObj name="Worksheet" r:id="rId4" imgW="1952625" imgH="1038225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752600"/>
                        <a:ext cx="27432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14" descr="ANOVA table">
            <a:extLst>
              <a:ext uri="{FF2B5EF4-FFF2-40B4-BE49-F238E27FC236}">
                <a16:creationId xmlns:a16="http://schemas.microsoft.com/office/drawing/2014/main" id="{F8F97D5C-04DA-40E8-5395-EFC17C4BF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807784"/>
              </p:ext>
            </p:extLst>
          </p:nvPr>
        </p:nvGraphicFramePr>
        <p:xfrm>
          <a:off x="609600" y="3505200"/>
          <a:ext cx="731520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733925" imgH="866775" progId="Excel.Sheet.8">
                  <p:embed/>
                </p:oleObj>
              </mc:Choice>
              <mc:Fallback>
                <p:oleObj name="Worksheet" r:id="rId6" imgW="4733925" imgH="866775" progId="Excel.Shee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505200"/>
                        <a:ext cx="731520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5" descr="Estimates, standard errors, t-tests, 95% Confidence Interval">
            <a:extLst>
              <a:ext uri="{FF2B5EF4-FFF2-40B4-BE49-F238E27FC236}">
                <a16:creationId xmlns:a16="http://schemas.microsoft.com/office/drawing/2014/main" id="{E48808E5-4CC6-18C6-85C7-43D9D1E05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905438"/>
              </p:ext>
            </p:extLst>
          </p:nvPr>
        </p:nvGraphicFramePr>
        <p:xfrm>
          <a:off x="304800" y="5257800"/>
          <a:ext cx="8550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5343525" imgH="523875" progId="Excel.Sheet.8">
                  <p:embed/>
                </p:oleObj>
              </mc:Choice>
              <mc:Fallback>
                <p:oleObj name="Worksheet" r:id="rId8" imgW="5343525" imgH="523875" progId="Excel.Shee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257800"/>
                        <a:ext cx="8550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85F6-0D54-1F4E-0133-2E1A589E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639762"/>
          </a:xfrm>
        </p:spPr>
        <p:txBody>
          <a:bodyPr/>
          <a:lstStyle/>
          <a:p>
            <a:r>
              <a:rPr lang="en-US" sz="2800" dirty="0"/>
              <a:t>Actual vs Predicted &amp; Fitted Line</a:t>
            </a:r>
          </a:p>
        </p:txBody>
      </p:sp>
      <p:graphicFrame>
        <p:nvGraphicFramePr>
          <p:cNvPr id="6" name="Chart 5" descr="Plot of actual versus spread with regression line">
            <a:extLst>
              <a:ext uri="{FF2B5EF4-FFF2-40B4-BE49-F238E27FC236}">
                <a16:creationId xmlns:a16="http://schemas.microsoft.com/office/drawing/2014/main" id="{1D9B2EBA-A463-FEA7-9770-D4BB043BF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45203"/>
              </p:ext>
            </p:extLst>
          </p:nvPr>
        </p:nvGraphicFramePr>
        <p:xfrm>
          <a:off x="152400" y="1066800"/>
          <a:ext cx="8686799" cy="5638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71EB48-E282-4817-DD76-0819F833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r>
              <a:rPr lang="en-US" sz="3200" dirty="0"/>
              <a:t>Residuals versus Fitted Values</a:t>
            </a:r>
          </a:p>
        </p:txBody>
      </p:sp>
      <p:graphicFrame>
        <p:nvGraphicFramePr>
          <p:cNvPr id="2" name="Chart 1" descr="Plot of residuals versus fitted values">
            <a:extLst>
              <a:ext uri="{FF2B5EF4-FFF2-40B4-BE49-F238E27FC236}">
                <a16:creationId xmlns:a16="http://schemas.microsoft.com/office/drawing/2014/main" id="{19F41B44-D755-10A9-C467-931E1F2DE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979491"/>
              </p:ext>
            </p:extLst>
          </p:nvPr>
        </p:nvGraphicFramePr>
        <p:xfrm>
          <a:off x="380999" y="838200"/>
          <a:ext cx="8482013" cy="5867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0AFB-B00F-1FCA-A889-014F45E9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sz="3200" dirty="0"/>
              <a:t>Histogram of Residuals</a:t>
            </a:r>
          </a:p>
        </p:txBody>
      </p:sp>
      <p:graphicFrame>
        <p:nvGraphicFramePr>
          <p:cNvPr id="5" name="Chart 4" descr="Histogram of residuals">
            <a:extLst>
              <a:ext uri="{FF2B5EF4-FFF2-40B4-BE49-F238E27FC236}">
                <a16:creationId xmlns:a16="http://schemas.microsoft.com/office/drawing/2014/main" id="{600D08FF-21DE-F876-1700-C49AC4563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245291"/>
              </p:ext>
            </p:extLst>
          </p:nvPr>
        </p:nvGraphicFramePr>
        <p:xfrm>
          <a:off x="304800" y="990600"/>
          <a:ext cx="8686799" cy="5562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02ABAA-D335-5407-76AE-1FAFD84C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sz="3200" dirty="0"/>
              <a:t>Normal Prob Plot of Residuals</a:t>
            </a:r>
          </a:p>
        </p:txBody>
      </p:sp>
      <p:graphicFrame>
        <p:nvGraphicFramePr>
          <p:cNvPr id="2" name="Chart 1" descr="Normal probability plot of residuals">
            <a:extLst>
              <a:ext uri="{FF2B5EF4-FFF2-40B4-BE49-F238E27FC236}">
                <a16:creationId xmlns:a16="http://schemas.microsoft.com/office/drawing/2014/main" id="{F8930A86-EFFF-A899-EF1C-91E305DFF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08470"/>
              </p:ext>
            </p:extLst>
          </p:nvPr>
        </p:nvGraphicFramePr>
        <p:xfrm>
          <a:off x="304800" y="1447800"/>
          <a:ext cx="8603059" cy="5129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EB090985-38F7-FDB9-B33A-126EA9F7F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39763"/>
          </a:xfrm>
        </p:spPr>
        <p:txBody>
          <a:bodyPr/>
          <a:lstStyle/>
          <a:p>
            <a:pPr eaLnBrk="1" hangingPunct="1"/>
            <a:r>
              <a:rPr lang="en-US" altLang="en-US" sz="3200"/>
              <a:t>Testing normality of errors (I)</a:t>
            </a:r>
          </a:p>
        </p:txBody>
      </p:sp>
      <p:graphicFrame>
        <p:nvGraphicFramePr>
          <p:cNvPr id="3074" name="Object 5" descr="Formulas for testing Normality of residuals">
            <a:extLst>
              <a:ext uri="{FF2B5EF4-FFF2-40B4-BE49-F238E27FC236}">
                <a16:creationId xmlns:a16="http://schemas.microsoft.com/office/drawing/2014/main" id="{0DC5B087-92BA-1D9D-BC02-DB2B4BCA850E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194420"/>
              </p:ext>
            </p:extLst>
          </p:nvPr>
        </p:nvGraphicFramePr>
        <p:xfrm>
          <a:off x="990600" y="838200"/>
          <a:ext cx="6732588" cy="587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75040" imgH="4165560" progId="Equation.3">
                  <p:embed/>
                </p:oleObj>
              </mc:Choice>
              <mc:Fallback>
                <p:oleObj name="Equation" r:id="rId2" imgW="4775040" imgH="4165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838200"/>
                        <a:ext cx="6732588" cy="587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BB0191A1-EEB7-1ECF-4482-279204F4E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763000" cy="639762"/>
          </a:xfrm>
        </p:spPr>
        <p:txBody>
          <a:bodyPr/>
          <a:lstStyle/>
          <a:p>
            <a:pPr eaLnBrk="1" hangingPunct="1"/>
            <a:r>
              <a:rPr lang="en-US" altLang="en-US" sz="3200"/>
              <a:t>Testing normality of errors (Ii)</a:t>
            </a:r>
          </a:p>
        </p:txBody>
      </p:sp>
      <p:graphicFrame>
        <p:nvGraphicFramePr>
          <p:cNvPr id="4098" name="Object 3" descr="Formulas for testing normality of residuals (continued)">
            <a:extLst>
              <a:ext uri="{FF2B5EF4-FFF2-40B4-BE49-F238E27FC236}">
                <a16:creationId xmlns:a16="http://schemas.microsoft.com/office/drawing/2014/main" id="{F10CDBED-624A-AB94-F1EC-F160FBDDAA2B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397881"/>
              </p:ext>
            </p:extLst>
          </p:nvPr>
        </p:nvGraphicFramePr>
        <p:xfrm>
          <a:off x="1295400" y="1295400"/>
          <a:ext cx="5549900" cy="536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7760" imgH="2946240" progId="Equation.3">
                  <p:embed/>
                </p:oleObj>
              </mc:Choice>
              <mc:Fallback>
                <p:oleObj name="Equation" r:id="rId2" imgW="3047760" imgH="2946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95400"/>
                        <a:ext cx="5549900" cy="536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>
            <a:extLst>
              <a:ext uri="{FF2B5EF4-FFF2-40B4-BE49-F238E27FC236}">
                <a16:creationId xmlns:a16="http://schemas.microsoft.com/office/drawing/2014/main" id="{026EBE03-DAC3-E9F3-733E-4AA957AAC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92163"/>
          </a:xfrm>
        </p:spPr>
        <p:txBody>
          <a:bodyPr/>
          <a:lstStyle/>
          <a:p>
            <a:pPr eaLnBrk="1" hangingPunct="1"/>
            <a:r>
              <a:rPr lang="en-US" altLang="en-US" sz="3200"/>
              <a:t>Example – NFL Spread errors</a:t>
            </a:r>
          </a:p>
        </p:txBody>
      </p:sp>
      <p:graphicFrame>
        <p:nvGraphicFramePr>
          <p:cNvPr id="5122" name="Object 5" descr="Applying normality test to NFL spread data">
            <a:extLst>
              <a:ext uri="{FF2B5EF4-FFF2-40B4-BE49-F238E27FC236}">
                <a16:creationId xmlns:a16="http://schemas.microsoft.com/office/drawing/2014/main" id="{8354AA94-AB4F-EA51-7F19-1791EF7224FF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666397"/>
              </p:ext>
            </p:extLst>
          </p:nvPr>
        </p:nvGraphicFramePr>
        <p:xfrm>
          <a:off x="1104900" y="1371600"/>
          <a:ext cx="6856413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560" imgH="2946240" progId="Equation.3">
                  <p:embed/>
                </p:oleObj>
              </mc:Choice>
              <mc:Fallback>
                <p:oleObj name="Equation" r:id="rId2" imgW="3733560" imgH="2946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1371600"/>
                        <a:ext cx="6856413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BB0EFA1-164C-D2CC-B637-FB2BFF359B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Testing accuracy in mean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B019707-CEE0-7DF1-63FF-942D4F4D5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</a:t>
            </a:r>
            <a:r>
              <a:rPr lang="en-US" altLang="en-US" baseline="-25000"/>
              <a:t>0</a:t>
            </a:r>
            <a:r>
              <a:rPr lang="en-US" altLang="en-US"/>
              <a:t>: 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 baseline="-25000">
                <a:latin typeface="Symbol" panose="05050102010706020507" pitchFamily="18" charset="2"/>
              </a:rPr>
              <a:t>0</a:t>
            </a:r>
            <a:r>
              <a:rPr lang="en-US" altLang="en-US">
                <a:latin typeface="Symbol" panose="05050102010706020507" pitchFamily="18" charset="2"/>
              </a:rPr>
              <a:t> = 0, b</a:t>
            </a:r>
            <a:r>
              <a:rPr lang="en-US" altLang="en-US" baseline="-25000">
                <a:latin typeface="Symbol" panose="05050102010706020507" pitchFamily="18" charset="2"/>
              </a:rPr>
              <a:t>1</a:t>
            </a:r>
            <a:r>
              <a:rPr lang="en-US" altLang="en-US">
                <a:latin typeface="Symbol" panose="05050102010706020507" pitchFamily="18" charset="2"/>
              </a:rPr>
              <a:t> = 1</a:t>
            </a:r>
          </a:p>
          <a:p>
            <a:pPr eaLnBrk="1" hangingPunct="1"/>
            <a:r>
              <a:rPr lang="en-US" altLang="en-US"/>
              <a:t>H</a:t>
            </a:r>
            <a:r>
              <a:rPr lang="en-US" altLang="en-US" baseline="-25000"/>
              <a:t>A</a:t>
            </a:r>
            <a:r>
              <a:rPr lang="en-US" altLang="en-US"/>
              <a:t>: 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 baseline="-25000">
                <a:latin typeface="Symbol" panose="05050102010706020507" pitchFamily="18" charset="2"/>
              </a:rPr>
              <a:t>0</a:t>
            </a:r>
            <a:r>
              <a:rPr lang="en-US" altLang="en-US">
                <a:latin typeface="Symbol" panose="05050102010706020507" pitchFamily="18" charset="2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en-US">
                <a:latin typeface="Symbol" panose="05050102010706020507" pitchFamily="18" charset="2"/>
              </a:rPr>
              <a:t> 0 </a:t>
            </a:r>
            <a:r>
              <a:rPr lang="en-US" altLang="en-US"/>
              <a:t>and/or</a:t>
            </a:r>
            <a:r>
              <a:rPr lang="en-US" altLang="en-US">
                <a:latin typeface="Symbol" panose="05050102010706020507" pitchFamily="18" charset="2"/>
              </a:rPr>
              <a:t> b</a:t>
            </a:r>
            <a:r>
              <a:rPr lang="en-US" altLang="en-US" baseline="-25000">
                <a:latin typeface="Symbol" panose="05050102010706020507" pitchFamily="18" charset="2"/>
              </a:rPr>
              <a:t>1</a:t>
            </a:r>
            <a:r>
              <a:rPr lang="en-US" altLang="en-US">
                <a:latin typeface="Symbol" panose="05050102010706020507" pitchFamily="18" charset="2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en-US">
                <a:latin typeface="Symbol" panose="05050102010706020507" pitchFamily="18" charset="2"/>
              </a:rPr>
              <a:t> 1</a:t>
            </a:r>
          </a:p>
          <a:p>
            <a:pPr eaLnBrk="1" hangingPunct="1"/>
            <a:r>
              <a:rPr lang="en-US" altLang="en-US"/>
              <a:t>Fit Model UnDer H</a:t>
            </a:r>
            <a:r>
              <a:rPr lang="en-US" altLang="en-US" baseline="-25000"/>
              <a:t>0</a:t>
            </a:r>
            <a:r>
              <a:rPr lang="en-US" altLang="en-US"/>
              <a:t>: Y*=X</a:t>
            </a:r>
          </a:p>
          <a:p>
            <a:pPr eaLnBrk="1" hangingPunct="1"/>
            <a:r>
              <a:rPr lang="en-US" altLang="en-US"/>
              <a:t>Obtain error sum of squares under Y*</a:t>
            </a:r>
          </a:p>
          <a:p>
            <a:pPr eaLnBrk="1" hangingPunct="1"/>
            <a:r>
              <a:rPr lang="en-US" altLang="en-US"/>
              <a:t>Compare with error sum of squares from full model (H</a:t>
            </a:r>
            <a:r>
              <a:rPr lang="en-US" altLang="en-US" baseline="-25000"/>
              <a:t>A</a:t>
            </a:r>
            <a:r>
              <a:rPr lang="en-US" altLang="en-US"/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>
            <a:extLst>
              <a:ext uri="{FF2B5EF4-FFF2-40B4-BE49-F238E27FC236}">
                <a16:creationId xmlns:a16="http://schemas.microsoft.com/office/drawing/2014/main" id="{52BB70F0-27EE-BE54-B027-422ADB42A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Testing for Accuracy</a:t>
            </a:r>
          </a:p>
        </p:txBody>
      </p:sp>
      <p:graphicFrame>
        <p:nvGraphicFramePr>
          <p:cNvPr id="6146" name="Object 5" descr="Testing for Accuracy of spreads (intercept=0, slope=1)">
            <a:extLst>
              <a:ext uri="{FF2B5EF4-FFF2-40B4-BE49-F238E27FC236}">
                <a16:creationId xmlns:a16="http://schemas.microsoft.com/office/drawing/2014/main" id="{76A7A175-D6AA-80F5-0DAF-19888C084049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1371099"/>
              </p:ext>
            </p:extLst>
          </p:nvPr>
        </p:nvGraphicFramePr>
        <p:xfrm>
          <a:off x="323850" y="1447800"/>
          <a:ext cx="8647113" cy="421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73440" imgH="2666880" progId="Equation.3">
                  <p:embed/>
                </p:oleObj>
              </mc:Choice>
              <mc:Fallback>
                <p:oleObj name="Equation" r:id="rId2" imgW="5473440" imgH="2666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447800"/>
                        <a:ext cx="8647113" cy="421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astellar"/>
        <a:ea typeface=""/>
        <a:cs typeface=""/>
      </a:majorFont>
      <a:minorFont>
        <a:latin typeface="Castel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efault Design">
    <a:majorFont>
      <a:latin typeface="Castellar"/>
      <a:ea typeface=""/>
      <a:cs typeface=""/>
    </a:majorFont>
    <a:minorFont>
      <a:latin typeface="Castel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efault Design">
    <a:majorFont>
      <a:latin typeface="Castellar"/>
      <a:ea typeface=""/>
      <a:cs typeface=""/>
    </a:majorFont>
    <a:minorFont>
      <a:latin typeface="Castel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efault Design">
    <a:majorFont>
      <a:latin typeface="Castellar"/>
      <a:ea typeface=""/>
      <a:cs typeface=""/>
    </a:majorFont>
    <a:minorFont>
      <a:latin typeface="Castel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efault Design">
    <a:majorFont>
      <a:latin typeface="Castellar"/>
      <a:ea typeface=""/>
      <a:cs typeface=""/>
    </a:majorFont>
    <a:minorFont>
      <a:latin typeface="Castel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efault Design">
    <a:majorFont>
      <a:latin typeface="Castellar"/>
      <a:ea typeface=""/>
      <a:cs typeface=""/>
    </a:majorFont>
    <a:minorFont>
      <a:latin typeface="Castel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224</Words>
  <Application>Microsoft Office PowerPoint</Application>
  <PresentationFormat>On-screen Show (4:3)</PresentationFormat>
  <Paragraphs>33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Castellar</vt:lpstr>
      <vt:lpstr>Calibri</vt:lpstr>
      <vt:lpstr>Symbol</vt:lpstr>
      <vt:lpstr>Times New Roman</vt:lpstr>
      <vt:lpstr>Default Design</vt:lpstr>
      <vt:lpstr>Microsoft Equation 3.0</vt:lpstr>
      <vt:lpstr>Microsoft Office Excel Worksheet</vt:lpstr>
      <vt:lpstr>Microsoft Office Excel 97-2003 Worksheet</vt:lpstr>
      <vt:lpstr>Simple Linear Regression</vt:lpstr>
      <vt:lpstr>Background</vt:lpstr>
      <vt:lpstr>Statistical model</vt:lpstr>
      <vt:lpstr>Plot of Actual versus Predicted</vt:lpstr>
      <vt:lpstr>Summary Statistics / Regression Equation</vt:lpstr>
      <vt:lpstr>Actual vs Predicted &amp; Fitted Line</vt:lpstr>
      <vt:lpstr>Residuals versus Fitted Values</vt:lpstr>
      <vt:lpstr>Histogram of Residuals</vt:lpstr>
      <vt:lpstr>Normal Prob Plot of Residuals</vt:lpstr>
      <vt:lpstr>Testing normality of errors (I)</vt:lpstr>
      <vt:lpstr>Testing normality of errors (Ii)</vt:lpstr>
      <vt:lpstr>Example – NFL Spread errors</vt:lpstr>
      <vt:lpstr>Testing accuracy in mean</vt:lpstr>
      <vt:lpstr>Testing for Accuracy</vt:lpstr>
    </vt:vector>
  </TitlesOfParts>
  <Company>University of Florida, Department of 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</dc:title>
  <dc:creator>winner</dc:creator>
  <cp:lastModifiedBy>Winner,Lawrence Herman</cp:lastModifiedBy>
  <cp:revision>17</cp:revision>
  <dcterms:created xsi:type="dcterms:W3CDTF">2007-12-03T15:33:37Z</dcterms:created>
  <dcterms:modified xsi:type="dcterms:W3CDTF">2025-12-16T16:35:41Z</dcterms:modified>
</cp:coreProperties>
</file>